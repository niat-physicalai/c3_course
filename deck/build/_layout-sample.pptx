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</p:sldIdLst>
  <p:sldSz cy="5143500" cx="9144000"/>
  <p:notesSz cx="5143500" cy="9144000"/>
  <p:embeddedFontLst>
    <p:embeddedFont>
      <p:font typeface="Montserrat SemiBold"/>
      <p:regular r:id="rId46"/>
      <p:bold r:id="rId47"/>
      <p:italic r:id="rId48"/>
      <p:boldItalic r:id="rId49"/>
    </p:embeddedFont>
    <p:embeddedFont>
      <p:font typeface="Montserrat"/>
      <p:regular r:id="rId50"/>
      <p:bold r:id="rId51"/>
      <p:italic r:id="rId52"/>
      <p:boldItalic r:id="rId53"/>
    </p:embeddedFont>
    <p:embeddedFont>
      <p:font typeface="Montserrat Medium"/>
      <p:regular r:id="rId54"/>
      <p:bold r:id="rId55"/>
      <p:italic r:id="rId56"/>
      <p:boldItalic r:id="rId57"/>
    </p:embeddedFont>
    <p:embeddedFont>
      <p:font typeface="Lexend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46" Type="http://schemas.openxmlformats.org/officeDocument/2006/relationships/font" Target="fonts/MontserratSemiBold-regular.fntdata"/><Relationship Id="rId47" Type="http://schemas.openxmlformats.org/officeDocument/2006/relationships/font" Target="fonts/MontserratSemiBold-bold.fntdata"/><Relationship Id="rId48" Type="http://schemas.openxmlformats.org/officeDocument/2006/relationships/font" Target="fonts/MontserratSemiBold-italic.fntdata"/><Relationship Id="rId49" Type="http://schemas.openxmlformats.org/officeDocument/2006/relationships/font" Target="fonts/MontserratSemiBold-boldItalic.fntdata"/><Relationship Id="rId50" Type="http://schemas.openxmlformats.org/officeDocument/2006/relationships/font" Target="fonts/Montserrat-regular.fntdata"/><Relationship Id="rId51" Type="http://schemas.openxmlformats.org/officeDocument/2006/relationships/font" Target="fonts/Montserrat-bold.fntdata"/><Relationship Id="rId52" Type="http://schemas.openxmlformats.org/officeDocument/2006/relationships/font" Target="fonts/Montserrat-italic.fntdata"/><Relationship Id="rId53" Type="http://schemas.openxmlformats.org/officeDocument/2006/relationships/font" Target="fonts/Montserrat-boldItalic.fntdata"/><Relationship Id="rId54" Type="http://schemas.openxmlformats.org/officeDocument/2006/relationships/font" Target="fonts/MontserratMedium-regular.fntdata"/><Relationship Id="rId55" Type="http://schemas.openxmlformats.org/officeDocument/2006/relationships/font" Target="fonts/MontserratMedium-bold.fntdata"/><Relationship Id="rId56" Type="http://schemas.openxmlformats.org/officeDocument/2006/relationships/font" Target="fonts/MontserratMedium-italic.fntdata"/><Relationship Id="rId57" Type="http://schemas.openxmlformats.org/officeDocument/2006/relationships/font" Target="fonts/MontserratMedium-boldItalic.fntdata"/><Relationship Id="rId58" Type="http://schemas.openxmlformats.org/officeDocument/2006/relationships/font" Target="fonts/Lexend-regular.fntdata"/><Relationship Id="rId59" Type="http://schemas.openxmlformats.org/officeDocument/2006/relationships/font" Target="fonts/Lexend-bold.fntdata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44.xml"/><Relationship Id="rId64" Type="http://schemas.openxmlformats.org/officeDocument/2006/relationships/slide" Target="slides/slide45.xml"/><Relationship Id="rId65" Type="http://schemas.openxmlformats.org/officeDocument/2006/relationships/slide" Target="slides/slide46.xml"/><Relationship Id="rId66" Type="http://schemas.openxmlformats.org/officeDocument/2006/relationships/slide" Target="slides/slide47.xml"/><Relationship Id="rId67" Type="http://schemas.openxmlformats.org/officeDocument/2006/relationships/slide" Target="slides/slide48.xml"/><Relationship Id="rId68" Type="http://schemas.openxmlformats.org/officeDocument/2006/relationships/slide" Target="slides/slide49.xml"/><Relationship Id="rId69" Type="http://schemas.openxmlformats.org/officeDocument/2006/relationships/slide" Target="slides/slide50.xml"/><Relationship Id="rId70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400" y="830300"/>
            <a:ext cx="3043374" cy="146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/>
        </p:nvSpPr>
        <p:spPr>
          <a:xfrm>
            <a:off x="2558100" y="3411025"/>
            <a:ext cx="40278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WELCOME</a:t>
            </a:r>
            <a:endParaRPr b="1" sz="43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Takeaways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2">
            <a:alphaModFix/>
          </a:blip>
          <a:srcRect b="37992" l="0" r="0" t="0"/>
          <a:stretch/>
        </p:blipFill>
        <p:spPr>
          <a:xfrm>
            <a:off x="5478943" y="2406745"/>
            <a:ext cx="2245125" cy="269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2175"/>
            <a:ext cx="174225" cy="8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"/>
          <p:cNvSpPr txBox="1"/>
          <p:nvPr>
            <p:ph type="title"/>
          </p:nvPr>
        </p:nvSpPr>
        <p:spPr>
          <a:xfrm>
            <a:off x="248680" y="383000"/>
            <a:ext cx="6271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Muli"/>
              <a:buNone/>
              <a:defRPr sz="1500">
                <a:solidFill>
                  <a:srgbClr val="42424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" name="Google Shape;21;p5"/>
          <p:cNvPicPr preferRelativeResize="0"/>
          <p:nvPr/>
        </p:nvPicPr>
        <p:blipFill rotWithShape="1">
          <a:blip r:embed="rId4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/>
        </p:nvSpPr>
        <p:spPr>
          <a:xfrm>
            <a:off x="239375" y="70215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Takeaways</a:t>
            </a:r>
            <a:endParaRPr sz="2500">
              <a:solidFill>
                <a:srgbClr val="006DA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/>
          <p:nvPr/>
        </p:nvSpPr>
        <p:spPr>
          <a:xfrm>
            <a:off x="1241825" y="1602525"/>
            <a:ext cx="6660300" cy="1938300"/>
          </a:xfrm>
          <a:prstGeom prst="roundRect">
            <a:avLst>
              <a:gd fmla="val 6923" name="adj"/>
            </a:avLst>
          </a:prstGeom>
          <a:solidFill>
            <a:srgbClr val="FFFFFF"/>
          </a:solidFill>
          <a:ln>
            <a:noFill/>
          </a:ln>
          <a:effectLst>
            <a:outerShdw blurRad="542925" rotWithShape="0" algn="ctr">
              <a:srgbClr val="4A86E8">
                <a:alpha val="27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4351725" y="2103075"/>
            <a:ext cx="30270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6DA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" name="Google Shape;27;p6"/>
          <p:cNvGrpSpPr/>
          <p:nvPr/>
        </p:nvGrpSpPr>
        <p:grpSpPr>
          <a:xfrm>
            <a:off x="1568875" y="2085879"/>
            <a:ext cx="2472652" cy="838675"/>
            <a:chOff x="1562175" y="2144713"/>
            <a:chExt cx="2472652" cy="838675"/>
          </a:xfrm>
        </p:grpSpPr>
        <p:sp>
          <p:nvSpPr>
            <p:cNvPr id="28" name="Google Shape;28;p6"/>
            <p:cNvSpPr txBox="1"/>
            <p:nvPr/>
          </p:nvSpPr>
          <p:spPr>
            <a:xfrm>
              <a:off x="1624889" y="2737088"/>
              <a:ext cx="2347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Arial"/>
                <a:buNone/>
              </a:pPr>
              <a:r>
                <a:rPr lang="en-US" sz="1600">
                  <a:solidFill>
                    <a:srgbClr val="595959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21st Century Skills</a:t>
              </a:r>
              <a:endParaRPr sz="1000">
                <a:latin typeface="Muli"/>
                <a:ea typeface="Muli"/>
                <a:cs typeface="Muli"/>
                <a:sym typeface="Muli"/>
              </a:endParaRPr>
            </a:p>
          </p:txBody>
        </p:sp>
        <p:pic>
          <p:nvPicPr>
            <p:cNvPr id="29" name="Google Shape;29;p6"/>
            <p:cNvPicPr preferRelativeResize="0"/>
            <p:nvPr/>
          </p:nvPicPr>
          <p:blipFill rotWithShape="1">
            <a:blip r:embed="rId3">
              <a:alphaModFix/>
            </a:blip>
            <a:srcRect b="28077" l="0" r="0" t="12999"/>
            <a:stretch/>
          </p:blipFill>
          <p:spPr>
            <a:xfrm>
              <a:off x="1562175" y="2144713"/>
              <a:ext cx="2472652" cy="49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1351">
          <p15:clr>
            <a:srgbClr val="FA7B17"/>
          </p15:clr>
        </p15:guide>
        <p15:guide id="2" pos="2741">
          <p15:clr>
            <a:srgbClr val="FA7B17"/>
          </p15:clr>
        </p15:guide>
        <p15:guide id="3" pos="4648">
          <p15:clr>
            <a:srgbClr val="FA7B17"/>
          </p15:clr>
        </p15:guide>
        <p15:guide id="4" orient="horz" pos="194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Nxtwave logo">
  <p:cSld name="CUSTOM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1241825" y="1602525"/>
            <a:ext cx="6660300" cy="1938300"/>
          </a:xfrm>
          <a:prstGeom prst="roundRect">
            <a:avLst>
              <a:gd fmla="val 6923" name="adj"/>
            </a:avLst>
          </a:prstGeom>
          <a:solidFill>
            <a:srgbClr val="FFFFFF"/>
          </a:solidFill>
          <a:ln>
            <a:noFill/>
          </a:ln>
          <a:effectLst>
            <a:outerShdw blurRad="542925" rotWithShape="0" algn="ctr">
              <a:srgbClr val="4A86E8">
                <a:alpha val="27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351725" y="2103075"/>
            <a:ext cx="30270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6DA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4" name="Google Shape;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725" y="2236600"/>
            <a:ext cx="1395123" cy="67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351">
          <p15:clr>
            <a:srgbClr val="FA7B17"/>
          </p15:clr>
        </p15:guide>
        <p15:guide id="2" pos="2741">
          <p15:clr>
            <a:srgbClr val="FA7B17"/>
          </p15:clr>
        </p15:guide>
        <p15:guide id="3" pos="4648">
          <p15:clr>
            <a:srgbClr val="FA7B17"/>
          </p15:clr>
        </p15:guide>
        <p15:guide id="4" orient="horz" pos="194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Layout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32175"/>
            <a:ext cx="174225" cy="8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248675" y="383000"/>
            <a:ext cx="6319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Muli"/>
              <a:buNone/>
              <a:defRPr sz="1500">
                <a:solidFill>
                  <a:srgbClr val="42424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239375" y="70215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2500"/>
              <a:buFont typeface="Montserrat Medium"/>
              <a:buNone/>
              <a:defRPr sz="25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3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>
            <p:ph idx="2" type="body"/>
          </p:nvPr>
        </p:nvSpPr>
        <p:spPr>
          <a:xfrm>
            <a:off x="560500" y="1690125"/>
            <a:ext cx="4558500" cy="23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●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○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■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●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○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■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●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○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 Medium"/>
              <a:buChar char="■"/>
              <a:defRPr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43">
          <p15:clr>
            <a:srgbClr val="E46962"/>
          </p15:clr>
        </p15:guide>
        <p15:guide id="2" orient="horz" pos="90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AND_BOD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32175"/>
            <a:ext cx="174225" cy="8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39375" y="70215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2500"/>
              <a:buFont typeface="Montserrat Medium"/>
              <a:buNone/>
              <a:defRPr sz="25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9pPr>
          </a:lstStyle>
          <a:p/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3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/>
          <p:nvPr/>
        </p:nvSpPr>
        <p:spPr>
          <a:xfrm>
            <a:off x="248675" y="370700"/>
            <a:ext cx="6252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24242"/>
                </a:solidFill>
                <a:latin typeface="Muli"/>
                <a:ea typeface="Muli"/>
                <a:cs typeface="Muli"/>
                <a:sym typeface="Muli"/>
              </a:rPr>
              <a:t>Agenda for Today’s Session</a:t>
            </a:r>
            <a:endParaRPr sz="1500">
              <a:solidFill>
                <a:srgbClr val="424242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143">
          <p15:clr>
            <a:srgbClr val="E46962"/>
          </p15:clr>
        </p15:guide>
        <p15:guide id="2" orient="horz" pos="901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AND_BODY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32175"/>
            <a:ext cx="174225" cy="8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/>
          <p:cNvSpPr txBox="1"/>
          <p:nvPr>
            <p:ph idx="1" type="subTitle"/>
          </p:nvPr>
        </p:nvSpPr>
        <p:spPr>
          <a:xfrm>
            <a:off x="239375" y="70215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2500"/>
              <a:buFont typeface="Montserrat Medium"/>
              <a:buNone/>
              <a:defRPr sz="25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9pPr>
          </a:lstStyle>
          <a:p/>
        </p:txBody>
      </p:sp>
      <p:pic>
        <p:nvPicPr>
          <p:cNvPr id="49" name="Google Shape;49;p10"/>
          <p:cNvPicPr preferRelativeResize="0"/>
          <p:nvPr/>
        </p:nvPicPr>
        <p:blipFill rotWithShape="1">
          <a:blip r:embed="rId3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/>
        </p:nvSpPr>
        <p:spPr>
          <a:xfrm>
            <a:off x="248675" y="383000"/>
            <a:ext cx="6319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Recap</a:t>
            </a:r>
            <a:endParaRPr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143">
          <p15:clr>
            <a:srgbClr val="E46962"/>
          </p15:clr>
        </p15:guide>
        <p15:guide id="2" orient="horz" pos="901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/>
        </p:nvSpPr>
        <p:spPr>
          <a:xfrm>
            <a:off x="2287350" y="3411025"/>
            <a:ext cx="45693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 sz="4300">
              <a:solidFill>
                <a:srgbClr val="FFFFFF"/>
              </a:solidFill>
            </a:endParaRPr>
          </a:p>
        </p:txBody>
      </p:sp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400" y="830300"/>
            <a:ext cx="3043374" cy="146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the best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2"/>
          <p:cNvSpPr txBox="1"/>
          <p:nvPr/>
        </p:nvSpPr>
        <p:spPr>
          <a:xfrm>
            <a:off x="1993650" y="3411025"/>
            <a:ext cx="51567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THE BEST</a:t>
            </a:r>
            <a:endParaRPr b="1" sz="4300">
              <a:solidFill>
                <a:srgbClr val="FFFFFF"/>
              </a:solidFill>
            </a:endParaRPr>
          </a:p>
        </p:txBody>
      </p:sp>
      <p:pic>
        <p:nvPicPr>
          <p:cNvPr id="58" name="Google Shape;5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400" y="830300"/>
            <a:ext cx="3043374" cy="146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32175"/>
            <a:ext cx="174225" cy="8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type="title"/>
          </p:nvPr>
        </p:nvSpPr>
        <p:spPr>
          <a:xfrm>
            <a:off x="248675" y="383000"/>
            <a:ext cx="6319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Muli"/>
              <a:buNone/>
              <a:defRPr sz="1500">
                <a:solidFill>
                  <a:srgbClr val="42424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239375" y="70215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2500"/>
              <a:buFont typeface="Montserrat Medium"/>
              <a:buNone/>
              <a:defRPr sz="25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1400"/>
              <a:buNone/>
              <a:defRPr>
                <a:solidFill>
                  <a:srgbClr val="006DAF"/>
                </a:solidFill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898175" y="1428863"/>
            <a:ext cx="3768300" cy="28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●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○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■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●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○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■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●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○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■"/>
              <a:defRPr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143">
          <p15:clr>
            <a:srgbClr val="E46962"/>
          </p15:clr>
        </p15:guide>
        <p15:guide id="2" orient="horz" pos="90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actice">
  <p:cSld name="SECTION_TITLE_AND_DESCRIPTION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1051800" y="1163276"/>
            <a:ext cx="70404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Practice</a:t>
            </a:r>
            <a:endParaRPr sz="3600">
              <a:solidFill>
                <a:srgbClr val="006DA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663" y="2034114"/>
            <a:ext cx="4152675" cy="21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4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Image">
  <p:cSld name="SECTION_TITLE_AND_DESCRIPTION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1410150" y="2164500"/>
            <a:ext cx="6323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edback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161694" y="2226750"/>
            <a:ext cx="3099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45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Feedback</a:t>
            </a:r>
            <a:endParaRPr sz="4500">
              <a:solidFill>
                <a:srgbClr val="006DA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082" y="1370700"/>
            <a:ext cx="3278224" cy="24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ess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1564950" y="2271900"/>
            <a:ext cx="60141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3000"/>
              <a:buFont typeface="Montserrat SemiBold"/>
              <a:buNone/>
              <a:defRPr sz="3000">
                <a:solidFill>
                  <a:srgbClr val="006DA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743450" y="1805588"/>
            <a:ext cx="5657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Next Session</a:t>
            </a:r>
            <a:endParaRPr sz="2100">
              <a:solidFill>
                <a:srgbClr val="006DA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Image 2">
  <p:cSld name="CAPTION_ONLY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0" l="36212" r="57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type="title"/>
          </p:nvPr>
        </p:nvSpPr>
        <p:spPr>
          <a:xfrm>
            <a:off x="1496100" y="2097300"/>
            <a:ext cx="615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3000"/>
              <a:buFont typeface="Montserrat SemiBold"/>
              <a:buNone/>
              <a:defRPr sz="3000">
                <a:solidFill>
                  <a:srgbClr val="006DA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1743450" y="1631100"/>
            <a:ext cx="5657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2100"/>
              <a:buFont typeface="Montserrat Medium"/>
              <a:buNone/>
              <a:defRPr sz="21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1487550" y="2228700"/>
            <a:ext cx="6168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DAF"/>
              </a:buClr>
              <a:buSzPts val="3000"/>
              <a:buFont typeface="Montserrat Medium"/>
              <a:buNone/>
              <a:defRPr sz="3000">
                <a:solidFill>
                  <a:srgbClr val="006DA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Template">
  <p:cSld name="MAIN_POINT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 rotWithShape="1">
          <a:blip r:embed="rId2">
            <a:alphaModFix/>
          </a:blip>
          <a:srcRect b="0" l="317" r="516" t="1429"/>
          <a:stretch/>
        </p:blipFill>
        <p:spPr>
          <a:xfrm>
            <a:off x="0" y="0"/>
            <a:ext cx="9144000" cy="511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/>
          <p:cNvPicPr preferRelativeResize="0"/>
          <p:nvPr/>
        </p:nvPicPr>
        <p:blipFill rotWithShape="1">
          <a:blip r:embed="rId3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/>
          <p:nvPr/>
        </p:nvSpPr>
        <p:spPr>
          <a:xfrm>
            <a:off x="0" y="0"/>
            <a:ext cx="4572000" cy="5093400"/>
          </a:xfrm>
          <a:prstGeom prst="rect">
            <a:avLst/>
          </a:prstGeom>
          <a:solidFill>
            <a:srgbClr val="3EB5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CUSTOM_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8209" y="0"/>
            <a:ext cx="1799400" cy="5094300"/>
          </a:xfrm>
          <a:prstGeom prst="rect">
            <a:avLst/>
          </a:prstGeom>
          <a:solidFill>
            <a:srgbClr val="3EB5E4"/>
          </a:solidFill>
          <a:ln cap="flat" cmpd="sng" w="9525">
            <a:solidFill>
              <a:srgbClr val="3EB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/>
        </p:nvSpPr>
        <p:spPr>
          <a:xfrm rot="-5400000">
            <a:off x="-491825" y="2306100"/>
            <a:ext cx="21786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Summary </a:t>
            </a:r>
            <a:endParaRPr sz="30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CUSTOM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5329" y="4705650"/>
            <a:ext cx="517352" cy="2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2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5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/>
          <p:nvPr/>
        </p:nvSpPr>
        <p:spPr>
          <a:xfrm rot="-2786278">
            <a:off x="5207869" y="2893906"/>
            <a:ext cx="6162467" cy="3011742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24"/>
          <p:cNvGrpSpPr/>
          <p:nvPr/>
        </p:nvGrpSpPr>
        <p:grpSpPr>
          <a:xfrm>
            <a:off x="6042447" y="2206399"/>
            <a:ext cx="2328623" cy="2328623"/>
            <a:chOff x="6963825" y="656150"/>
            <a:chExt cx="1924800" cy="1924800"/>
          </a:xfrm>
        </p:grpSpPr>
        <p:sp>
          <p:nvSpPr>
            <p:cNvPr id="108" name="Google Shape;108;p24"/>
            <p:cNvSpPr/>
            <p:nvPr/>
          </p:nvSpPr>
          <p:spPr>
            <a:xfrm>
              <a:off x="6963825" y="656150"/>
              <a:ext cx="1924800" cy="192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10600" lIns="110600" spcFirstLastPara="1" rIns="110600" wrap="square" tIns="11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94"/>
            </a:p>
          </p:txBody>
        </p:sp>
        <p:pic>
          <p:nvPicPr>
            <p:cNvPr id="109" name="Google Shape;109;p24" title="9914328_112 1.png"/>
            <p:cNvPicPr preferRelativeResize="0"/>
            <p:nvPr/>
          </p:nvPicPr>
          <p:blipFill rotWithShape="1">
            <a:blip r:embed="rId2">
              <a:alphaModFix/>
            </a:blip>
            <a:srcRect b="0" l="15457" r="-1858" t="17505"/>
            <a:stretch/>
          </p:blipFill>
          <p:spPr>
            <a:xfrm>
              <a:off x="6963825" y="656150"/>
              <a:ext cx="1924800" cy="1924800"/>
            </a:xfrm>
            <a:prstGeom prst="ellipse">
              <a:avLst/>
            </a:prstGeom>
            <a:noFill/>
            <a:ln cap="flat" cmpd="sng" w="407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5329" y="4705650"/>
            <a:ext cx="517352" cy="2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4"/>
          <p:cNvSpPr txBox="1"/>
          <p:nvPr/>
        </p:nvSpPr>
        <p:spPr>
          <a:xfrm>
            <a:off x="27533" y="-76200"/>
            <a:ext cx="156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3"/>
                </a:solidFill>
                <a:latin typeface="Lexend"/>
                <a:ea typeface="Lexend"/>
                <a:cs typeface="Lexend"/>
                <a:sym typeface="Lexend"/>
              </a:rPr>
              <a:t>. . . . . . .</a:t>
            </a:r>
            <a:endParaRPr b="1" sz="2400"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24"/>
          <p:cNvSpPr txBox="1"/>
          <p:nvPr/>
        </p:nvSpPr>
        <p:spPr>
          <a:xfrm>
            <a:off x="27533" y="61400"/>
            <a:ext cx="156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3"/>
                </a:solidFill>
                <a:latin typeface="Lexend"/>
                <a:ea typeface="Lexend"/>
                <a:cs typeface="Lexend"/>
                <a:sym typeface="Lexend"/>
              </a:rPr>
              <a:t>. . . . . . .</a:t>
            </a:r>
            <a:endParaRPr b="1" sz="2400"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27533" y="228600"/>
            <a:ext cx="156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3"/>
                </a:solidFill>
                <a:latin typeface="Lexend"/>
                <a:ea typeface="Lexend"/>
                <a:cs typeface="Lexend"/>
                <a:sym typeface="Lexend"/>
              </a:rPr>
              <a:t>. . . . . . . </a:t>
            </a:r>
            <a:endParaRPr b="1" sz="2400"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24"/>
          <p:cNvSpPr/>
          <p:nvPr/>
        </p:nvSpPr>
        <p:spPr>
          <a:xfrm rot="-5400000">
            <a:off x="-900251" y="4258259"/>
            <a:ext cx="1808100" cy="1808100"/>
          </a:xfrm>
          <a:prstGeom prst="ellipse">
            <a:avLst/>
          </a:prstGeom>
          <a:noFill/>
          <a:ln cap="flat" cmpd="sng" w="228600">
            <a:solidFill>
              <a:srgbClr val="DE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600" lIns="110600" spcFirstLastPara="1" rIns="110600" wrap="square" tIns="110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4"/>
          </a:p>
        </p:txBody>
      </p:sp>
      <p:pic>
        <p:nvPicPr>
          <p:cNvPr id="115" name="Google Shape;115;p24"/>
          <p:cNvPicPr preferRelativeResize="0"/>
          <p:nvPr/>
        </p:nvPicPr>
        <p:blipFill rotWithShape="1">
          <a:blip r:embed="rId4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6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 title="10c06ea7c9c177984e865384ce512d05.jpg"/>
          <p:cNvPicPr preferRelativeResize="0"/>
          <p:nvPr/>
        </p:nvPicPr>
        <p:blipFill rotWithShape="1">
          <a:blip r:embed="rId2">
            <a:alphaModFix/>
          </a:blip>
          <a:srcRect b="0" l="0" r="0" t="53236"/>
          <a:stretch/>
        </p:blipFill>
        <p:spPr>
          <a:xfrm flipH="1" rot="10800000">
            <a:off x="0" y="0"/>
            <a:ext cx="9144000" cy="20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5" title="10c06ea7c9c177984e865384ce512d05.jpg"/>
          <p:cNvPicPr preferRelativeResize="0"/>
          <p:nvPr/>
        </p:nvPicPr>
        <p:blipFill rotWithShape="1">
          <a:blip r:embed="rId2">
            <a:alphaModFix/>
          </a:blip>
          <a:srcRect b="0" l="0" r="0" t="53236"/>
          <a:stretch/>
        </p:blipFill>
        <p:spPr>
          <a:xfrm>
            <a:off x="0" y="3050675"/>
            <a:ext cx="9144000" cy="20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FFFFF">
              <a:alpha val="87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5"/>
          <p:cNvSpPr/>
          <p:nvPr/>
        </p:nvSpPr>
        <p:spPr>
          <a:xfrm>
            <a:off x="24225" y="1659794"/>
            <a:ext cx="11664075" cy="1958368"/>
          </a:xfrm>
          <a:prstGeom prst="flowChartInputOutput">
            <a:avLst/>
          </a:prstGeom>
          <a:gradFill>
            <a:gsLst>
              <a:gs pos="0">
                <a:srgbClr val="26A0DD">
                  <a:alpha val="86275"/>
                </a:srgbClr>
              </a:gs>
              <a:gs pos="100000">
                <a:srgbClr val="26A0DD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5"/>
          <p:cNvSpPr/>
          <p:nvPr/>
        </p:nvSpPr>
        <p:spPr>
          <a:xfrm>
            <a:off x="-7653250" y="1525337"/>
            <a:ext cx="11373475" cy="1958379"/>
          </a:xfrm>
          <a:prstGeom prst="flowChartInputOutput">
            <a:avLst/>
          </a:prstGeom>
          <a:solidFill>
            <a:srgbClr val="9EE3FF">
              <a:alpha val="740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5"/>
          <p:cNvPicPr preferRelativeResize="0"/>
          <p:nvPr/>
        </p:nvPicPr>
        <p:blipFill rotWithShape="1">
          <a:blip r:embed="rId3">
            <a:alphaModFix/>
          </a:blip>
          <a:srcRect b="0" l="36210" r="64" t="84436"/>
          <a:stretch/>
        </p:blipFill>
        <p:spPr>
          <a:xfrm>
            <a:off x="0" y="5013325"/>
            <a:ext cx="9144000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5"/>
          <p:cNvPicPr preferRelativeResize="0"/>
          <p:nvPr/>
        </p:nvPicPr>
        <p:blipFill rotWithShape="1">
          <a:blip r:embed="rId4">
            <a:alphaModFix/>
          </a:blip>
          <a:srcRect b="-24838" l="-8569" r="-8021" t="-19234"/>
          <a:stretch/>
        </p:blipFill>
        <p:spPr>
          <a:xfrm>
            <a:off x="8352450" y="4652875"/>
            <a:ext cx="607724" cy="36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1">
            <a:alphaModFix/>
          </a:blip>
          <a:srcRect b="-24838" l="-8569" r="-8021" t="-19234"/>
          <a:stretch/>
        </p:blipFill>
        <p:spPr>
          <a:xfrm>
            <a:off x="8352450" y="4652875"/>
            <a:ext cx="607724" cy="3604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" name="Google Shape;132;p27"/>
          <p:cNvSpPr txBox="1"/>
          <p:nvPr>
            <p:ph type="title"/>
          </p:nvPr>
        </p:nvSpPr>
        <p:spPr>
          <a:xfrm>
            <a:off x="3473700" y="2083525"/>
            <a:ext cx="3939600" cy="9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Kind: title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agenda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First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Second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Third point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7" name="Google Shape;137;p28"/>
          <p:cNvSpPr txBox="1"/>
          <p:nvPr>
            <p:ph type="title"/>
          </p:nvPr>
        </p:nvSpPr>
        <p:spPr>
          <a:xfrm>
            <a:off x="1639950" y="2132850"/>
            <a:ext cx="61689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Kind: section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image-text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440680" y="1325880"/>
            <a:ext cx="3337560" cy="3291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First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Second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Third point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65760" y="1188720"/>
            <a:ext cx="4846320" cy="3108960"/>
          </a:xfrm>
          <a:prstGeom prst="rect">
            <a:avLst/>
          </a:prstGeom>
          <a:solidFill>
            <a:srgbClr val="FFF4E5"/>
          </a:solidFill>
          <a:ln>
            <a:solidFill>
              <a:srgbClr val="E67E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>
                <a:solidFill>
                  <a:srgbClr val="A04000"/>
                </a:solidFill>
              </a:rPr>
              <a:t>ASSET TODO · SAMPLE</a:t>
            </a:r>
          </a:p>
          <a:p>
            <a:pPr algn="ctr"/>
            <a:r>
              <a:rPr sz="1200">
                <a:solidFill>
                  <a:srgbClr val="A04000"/>
                </a:solidFill>
              </a:rPr>
              <a:t/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5760" y="4343400"/>
            <a:ext cx="4846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>
                <a:solidFill>
                  <a:srgbClr val="666666"/>
                </a:solidFill>
              </a:rPr>
              <a:t>caption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image-full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solidFill>
            <a:srgbClr val="FFF4E5"/>
          </a:solidFill>
          <a:ln>
            <a:solidFill>
              <a:srgbClr val="E67E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>
                <a:solidFill>
                  <a:srgbClr val="A04000"/>
                </a:solidFill>
              </a:rPr>
              <a:t>ASSET TODO · SAMPLE</a:t>
            </a:r>
          </a:p>
          <a:p>
            <a:pPr algn="ctr"/>
            <a:r>
              <a:rPr sz="1200">
                <a:solidFill>
                  <a:srgbClr val="A04000"/>
                </a:solidFill>
              </a:rPr>
              <a:t/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4400" y="4590288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>
                <a:solidFill>
                  <a:srgbClr val="666666"/>
                </a:solidFill>
              </a:rPr>
              <a:t>caption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two-images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365760" y="1188720"/>
            <a:ext cx="4114800" cy="3291840"/>
          </a:xfrm>
          <a:prstGeom prst="rect">
            <a:avLst/>
          </a:prstGeom>
          <a:solidFill>
            <a:srgbClr val="FFF4E5"/>
          </a:solidFill>
          <a:ln>
            <a:solidFill>
              <a:srgbClr val="E67E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>
                <a:solidFill>
                  <a:srgbClr val="A04000"/>
                </a:solidFill>
              </a:rPr>
              <a:t>ASSET TODO · SAMPLE</a:t>
            </a:r>
          </a:p>
          <a:p>
            <a:pPr algn="ctr"/>
            <a:r>
              <a:rPr sz="1200">
                <a:solidFill>
                  <a:srgbClr val="A04000"/>
                </a:solidFill>
              </a:rPr>
              <a:t/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4400" y="4590288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>
                <a:solidFill>
                  <a:srgbClr val="666666"/>
                </a:solidFill>
              </a:rPr>
              <a:t>caption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1188720"/>
            <a:ext cx="4114800" cy="3291840"/>
          </a:xfrm>
          <a:prstGeom prst="rect">
            <a:avLst/>
          </a:prstGeom>
          <a:solidFill>
            <a:srgbClr val="FFF4E5"/>
          </a:solidFill>
          <a:ln>
            <a:solidFill>
              <a:srgbClr val="E67E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>
                <a:solidFill>
                  <a:srgbClr val="A04000"/>
                </a:solidFill>
              </a:rPr>
              <a:t>ASSET TODO · SAMPLE2</a:t>
            </a:r>
          </a:p>
          <a:p>
            <a:pPr algn="ctr"/>
            <a:r>
              <a:rPr sz="1200">
                <a:solidFill>
                  <a:srgbClr val="A04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bullets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First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Second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Third point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key-idea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14400" y="1554480"/>
            <a:ext cx="7315200" cy="2377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2800" b="1">
                <a:solidFill>
                  <a:srgbClr val="006DAF"/>
                </a:solidFill>
                <a:latin typeface="Montserrat"/>
              </a:rPr>
              <a:t>One sentence that matters.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Google Shape;155;p31"/>
          <p:cNvSpPr txBox="1"/>
          <p:nvPr>
            <p:ph idx="1" type="subTitle"/>
          </p:nvPr>
        </p:nvSpPr>
        <p:spPr>
          <a:xfrm>
            <a:off x="181200" y="254461"/>
            <a:ext cx="5641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Layout sample</a:t>
            </a:r>
            <a:endParaRPr b="1" sz="15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148800" y="598500"/>
            <a:ext cx="6319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6DAF"/>
                </a:solidFill>
                <a:latin typeface="Montserrat"/>
                <a:ea typeface="Montserrat"/>
                <a:cs typeface="Montserrat"/>
                <a:sym typeface="Montserrat"/>
              </a:rPr>
              <a:t>Kind: recap</a:t>
            </a:r>
            <a:endParaRPr b="1" sz="2500">
              <a:solidFill>
                <a:srgbClr val="006D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First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Second short point</a:t>
            </a:r>
          </a:p>
          <a:p>
            <a:pPr marL="274320" indent="-274320">
              <a:buChar char="•"/>
            </a:pPr>
            <a:r>
              <a:rPr sz="1800">
                <a:solidFill>
                  <a:srgbClr val="434343"/>
                </a:solidFill>
                <a:latin typeface="Muli"/>
              </a:rPr>
              <a:t>Third point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 conten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EB5E4"/>
      </a:accent1>
      <a:accent2>
        <a:srgbClr val="006DAF"/>
      </a:accent2>
      <a:accent3>
        <a:srgbClr val="26A0DD"/>
      </a:accent3>
      <a:accent4>
        <a:srgbClr val="006DAF"/>
      </a:accent4>
      <a:accent5>
        <a:srgbClr val="4FC3F7"/>
      </a:accent5>
      <a:accent6>
        <a:srgbClr val="F4B400"/>
      </a:accent6>
      <a:hlink>
        <a:srgbClr val="0858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