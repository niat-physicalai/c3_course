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3"/>
    <p:sldMasterId id="2147483672" r:id="rId4"/>
  </p:sldMasterIdLst>
  <p:notesMasterIdLst>
    <p:notesMasterId r:id="rId5"/>
  </p:notesMasterIdLst>
  <p:sldIdLst>
    <p:sldId id="296" r:id="rId60"/>
    <p:sldId id="297" r:id="rId61"/>
    <p:sldId id="298" r:id="rId62"/>
    <p:sldId id="299" r:id="rId63"/>
    <p:sldId id="300" r:id="rId64"/>
    <p:sldId id="301" r:id="rId65"/>
    <p:sldId id="302" r:id="rId66"/>
    <p:sldId id="303" r:id="rId67"/>
    <p:sldId id="304" r:id="rId68"/>
    <p:sldId id="305" r:id="rId69"/>
    <p:sldId id="306" r:id="rId70"/>
    <p:sldId id="307" r:id="rId71"/>
    <p:sldId id="308" r:id="rId72"/>
    <p:sldId id="309" r:id="rId73"/>
    <p:sldId id="310" r:id="rId74"/>
    <p:sldId id="311" r:id="rId75"/>
    <p:sldId id="312" r:id="rId76"/>
    <p:sldId id="313" r:id="rId77"/>
    <p:sldId id="314" r:id="rId78"/>
    <p:sldId id="315" r:id="rId79"/>
    <p:sldId id="316" r:id="rId80"/>
    <p:sldId id="317" r:id="rId81"/>
    <p:sldId id="318" r:id="rId82"/>
    <p:sldId id="319" r:id="rId83"/>
    <p:sldId id="320" r:id="rId84"/>
    <p:sldId id="321" r:id="rId85"/>
    <p:sldId id="322" r:id="rId86"/>
    <p:sldId id="323" r:id="rId87"/>
    <p:sldId id="324" r:id="rId88"/>
    <p:sldId id="325" r:id="rId89"/>
    <p:sldId id="326" r:id="rId90"/>
    <p:sldId id="327" r:id="rId91"/>
  </p:sldIdLst>
  <p:sldSz cy="5143500" cx="9144000"/>
  <p:notesSz cx="5143500" cy="9144000"/>
  <p:embeddedFontLst>
    <p:embeddedFont>
      <p:font typeface="Montserrat SemiBold"/>
      <p:regular r:id="rId46"/>
      <p:bold r:id="rId47"/>
      <p:italic r:id="rId48"/>
      <p:boldItalic r:id="rId49"/>
    </p:embeddedFont>
    <p:embeddedFont>
      <p:font typeface="Montserrat"/>
      <p:regular r:id="rId50"/>
      <p:bold r:id="rId51"/>
      <p:italic r:id="rId52"/>
      <p:boldItalic r:id="rId53"/>
    </p:embeddedFont>
    <p:embeddedFont>
      <p:font typeface="Montserrat Medium"/>
      <p:regular r:id="rId54"/>
      <p:bold r:id="rId55"/>
      <p:italic r:id="rId56"/>
      <p:boldItalic r:id="rId57"/>
    </p:embeddedFont>
    <p:embeddedFont>
      <p:font typeface="Lexend"/>
      <p:regular r:id="rId58"/>
      <p:bold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notesMaster" Target="notesMasters/notesMaster1.xml"/><Relationship Id="rId46" Type="http://schemas.openxmlformats.org/officeDocument/2006/relationships/font" Target="fonts/MontserratSemiBold-regular.fntdata"/><Relationship Id="rId47" Type="http://schemas.openxmlformats.org/officeDocument/2006/relationships/font" Target="fonts/MontserratSemiBold-bold.fntdata"/><Relationship Id="rId48" Type="http://schemas.openxmlformats.org/officeDocument/2006/relationships/font" Target="fonts/MontserratSemiBold-italic.fntdata"/><Relationship Id="rId49" Type="http://schemas.openxmlformats.org/officeDocument/2006/relationships/font" Target="fonts/MontserratSemiBold-boldItalic.fntdata"/><Relationship Id="rId50" Type="http://schemas.openxmlformats.org/officeDocument/2006/relationships/font" Target="fonts/Montserrat-regular.fntdata"/><Relationship Id="rId51" Type="http://schemas.openxmlformats.org/officeDocument/2006/relationships/font" Target="fonts/Montserrat-bold.fntdata"/><Relationship Id="rId52" Type="http://schemas.openxmlformats.org/officeDocument/2006/relationships/font" Target="fonts/Montserrat-italic.fntdata"/><Relationship Id="rId53" Type="http://schemas.openxmlformats.org/officeDocument/2006/relationships/font" Target="fonts/Montserrat-boldItalic.fntdata"/><Relationship Id="rId54" Type="http://schemas.openxmlformats.org/officeDocument/2006/relationships/font" Target="fonts/MontserratMedium-regular.fntdata"/><Relationship Id="rId55" Type="http://schemas.openxmlformats.org/officeDocument/2006/relationships/font" Target="fonts/MontserratMedium-bold.fntdata"/><Relationship Id="rId56" Type="http://schemas.openxmlformats.org/officeDocument/2006/relationships/font" Target="fonts/MontserratMedium-italic.fntdata"/><Relationship Id="rId57" Type="http://schemas.openxmlformats.org/officeDocument/2006/relationships/font" Target="fonts/MontserratMedium-boldItalic.fntdata"/><Relationship Id="rId58" Type="http://schemas.openxmlformats.org/officeDocument/2006/relationships/font" Target="fonts/Lexend-regular.fntdata"/><Relationship Id="rId59" Type="http://schemas.openxmlformats.org/officeDocument/2006/relationships/font" Target="fonts/Lexend-bold.fntdata"/><Relationship Id="rId60" Type="http://schemas.openxmlformats.org/officeDocument/2006/relationships/slide" Target="slides/slide41.xml"/><Relationship Id="rId61" Type="http://schemas.openxmlformats.org/officeDocument/2006/relationships/slide" Target="slides/slide42.xml"/><Relationship Id="rId62" Type="http://schemas.openxmlformats.org/officeDocument/2006/relationships/slide" Target="slides/slide43.xml"/><Relationship Id="rId63" Type="http://schemas.openxmlformats.org/officeDocument/2006/relationships/slide" Target="slides/slide44.xml"/><Relationship Id="rId64" Type="http://schemas.openxmlformats.org/officeDocument/2006/relationships/slide" Target="slides/slide45.xml"/><Relationship Id="rId65" Type="http://schemas.openxmlformats.org/officeDocument/2006/relationships/slide" Target="slides/slide46.xml"/><Relationship Id="rId66" Type="http://schemas.openxmlformats.org/officeDocument/2006/relationships/slide" Target="slides/slide47.xml"/><Relationship Id="rId67" Type="http://schemas.openxmlformats.org/officeDocument/2006/relationships/slide" Target="slides/slide48.xml"/><Relationship Id="rId68" Type="http://schemas.openxmlformats.org/officeDocument/2006/relationships/slide" Target="slides/slide49.xml"/><Relationship Id="rId69" Type="http://schemas.openxmlformats.org/officeDocument/2006/relationships/slide" Target="slides/slide50.xml"/><Relationship Id="rId70" Type="http://schemas.openxmlformats.org/officeDocument/2006/relationships/slide" Target="slides/slide51.xml"/><Relationship Id="rId71" Type="http://schemas.openxmlformats.org/officeDocument/2006/relationships/slide" Target="slides/slide52.xml"/><Relationship Id="rId72" Type="http://schemas.openxmlformats.org/officeDocument/2006/relationships/slide" Target="slides/slide53.xml"/><Relationship Id="rId73" Type="http://schemas.openxmlformats.org/officeDocument/2006/relationships/slide" Target="slides/slide54.xml"/><Relationship Id="rId74" Type="http://schemas.openxmlformats.org/officeDocument/2006/relationships/slide" Target="slides/slide55.xml"/><Relationship Id="rId75" Type="http://schemas.openxmlformats.org/officeDocument/2006/relationships/slide" Target="slides/slide56.xml"/><Relationship Id="rId76" Type="http://schemas.openxmlformats.org/officeDocument/2006/relationships/slide" Target="slides/slide57.xml"/><Relationship Id="rId77" Type="http://schemas.openxmlformats.org/officeDocument/2006/relationships/slide" Target="slides/slide58.xml"/><Relationship Id="rId78" Type="http://schemas.openxmlformats.org/officeDocument/2006/relationships/slide" Target="slides/slide59.xml"/><Relationship Id="rId79" Type="http://schemas.openxmlformats.org/officeDocument/2006/relationships/slide" Target="slides/slide60.xml"/><Relationship Id="rId80" Type="http://schemas.openxmlformats.org/officeDocument/2006/relationships/slide" Target="slides/slide61.xml"/><Relationship Id="rId81" Type="http://schemas.openxmlformats.org/officeDocument/2006/relationships/slide" Target="slides/slide62.xml"/><Relationship Id="rId82" Type="http://schemas.openxmlformats.org/officeDocument/2006/relationships/slide" Target="slides/slide63.xml"/><Relationship Id="rId83" Type="http://schemas.openxmlformats.org/officeDocument/2006/relationships/slide" Target="slides/slide64.xml"/><Relationship Id="rId84" Type="http://schemas.openxmlformats.org/officeDocument/2006/relationships/slide" Target="slides/slide65.xml"/><Relationship Id="rId85" Type="http://schemas.openxmlformats.org/officeDocument/2006/relationships/slide" Target="slides/slide66.xml"/><Relationship Id="rId86" Type="http://schemas.openxmlformats.org/officeDocument/2006/relationships/slide" Target="slides/slide67.xml"/><Relationship Id="rId87" Type="http://schemas.openxmlformats.org/officeDocument/2006/relationships/slide" Target="slides/slide68.xml"/><Relationship Id="rId88" Type="http://schemas.openxmlformats.org/officeDocument/2006/relationships/slide" Target="slides/slide69.xml"/><Relationship Id="rId89" Type="http://schemas.openxmlformats.org/officeDocument/2006/relationships/slide" Target="slides/slide70.xml"/><Relationship Id="rId90" Type="http://schemas.openxmlformats.org/officeDocument/2006/relationships/slide" Target="slides/slide71.xml"/><Relationship Id="rId91" Type="http://schemas.openxmlformats.org/officeDocument/2006/relationships/slide" Target="slides/slide7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Three units build the System Architecture Document; two reference pages stay open for the rest of the course.</a:t>
            </a:r>
          </a:p>
          <a:p/>
          <a:p>
            <a:r>
              <a:t>Sources: A0, A1, A2, REF-verification-stack, REF-version-control</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Sources: A0</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Two students buy the same parts; neither made an electrical mistake, but nobody wrote down how long the device must last or how thick it may be. A spec says what the product must do and how well, not how: 'measures heart rate' belongs in a spec, 'uses a MAX30102' is a later design choice. Read more: A0 — Product Specification</a:t>
            </a:r>
          </a:p>
          <a:p/>
          <a:p>
            <a:r>
              <a:t>Sources: A0#wishes-are-not-requirements, A0#what-a-specification-is</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functional requirement is something the product does; a non-functional one is how well it does it, or the limits it stays within. For a wearable these often matter most: a watch that measures perfectly but is 25 mm thick will not be worn. Read more: A0 — Product Specification</a:t>
            </a:r>
          </a:p>
          <a:p/>
          <a:p>
            <a:r>
              <a:t>Sources: A0#two-kinds-of-requirement</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 requirement has four parts: an ID, a shall statement, a number with a unit and a condition, and a check method. NASA's handbook uses the same checklist. Some requirements, such as heart-rate accuracy, can only be proven on real hardware. Read more: A0 — Product Specification</a:t>
            </a:r>
          </a:p>
          <a:p/>
          <a:p>
            <a:r>
              <a:t>Sources: A0#making-a-requirement-checkable, A0#checking-without-building</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spec that does not describe its user assumes the user is you, at a desk, next to a charger. The use scenario holds a wake count, a charging interval and a battery target; turn it into usage pattern UP-1. A wrist is a harsh place: skin, sweat, knocks and heat each lead to a requirement. Read more: A0 — Product Specification</a:t>
            </a:r>
          </a:p>
          <a:p/>
          <a:p>
            <a:r>
              <a:t>Sources: A0#the-user-their-day-and-their-environment</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Multiply current by time for each activity in UP-1. Sleep uses 58% of the daily charge in the best case and 81% in the worst. With Seeed's pessimistic 4 mA light-sleep figure it is 2.2 days, so the 2-day requirement still holds, just. Read more: A0 — Product Specification</a:t>
            </a:r>
          </a:p>
          <a:p/>
          <a:p>
            <a:r>
              <a:t>Sources: A0#worked-example-can-espwatch-last-two-days</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Blood-oxygen readings because the sensor can do it anyway, then an app, then notifications, until nobody finishes. The defence is an out-of-scope list where every entry names the feature, why it is left out, and where it goes instead. Read more: A0 — Product Specification</a:t>
            </a:r>
          </a:p>
          <a:p/>
          <a:p>
            <a:r>
              <a:t>Sources: A0#deciding-what-version-1-will-not-do</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Next, the whole system goes on one page, and every requirement gets an owner. Read more: A0 — Product Specification</a:t>
            </a:r>
          </a:p>
          <a:p/>
          <a:p>
            <a:r>
              <a:t>Sources: A0#what-comes-next</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Sources: A1</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Test for the boundary: could I change it by editing my design files? If not, it is an external actor. One box for the product, every actor from the spec, every arrow labelled with what flows, and direction that means something. Read more: A1 — Overall System Architecture</a:t>
            </a:r>
          </a:p>
          <a:p/>
          <a:p>
            <a:r>
              <a:t>Sources: A1#inside-and-outside, A1#the-context-diagram</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Sensing, processing, power, connectivity, local UI, enclosure, backend: a starting point, not a law. The render shows sensing, processing, local UI and power; connectivity is mostly inside the ESP32-C3 board, and the enclosure and backend do not appear. Read more: A1 — Overall System Architecture</a:t>
            </a:r>
          </a:p>
          <a:p/>
          <a:p>
            <a:r>
              <a:t>Sources: A1#seven-standard-subsystems, A1#the-reference-watch-broken-down</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If two subsystems share a requirement equally, each assumes the other is handling it. Battery life, cost, weight and thickness are budgets that every subsystem spends. NFR-07 is in trouble too: the board alone is 14.044 mm high, leaving about 2 mm for the case. Read more: A1 — Overall System Architecture</a:t>
            </a:r>
          </a:p>
          <a:p/>
          <a:p>
            <a:r>
              <a:t>Sources: A1#allocating-every-requirement, A1#worked-example-holding-espwatch-against-a-problem-statement</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FR-04 is the heart of the hostel problem statement, and nothing in esp_watch delivers it: there is no storage for history and no backend. Also check for unused subsystems: connectivity fetches weather, but no requirement asks for it. Read more: A1 — Overall System Architecture</a:t>
            </a:r>
          </a:p>
          <a:p/>
          <a:p>
            <a:r>
              <a:t>Sources: A1#worked-example-holding-espwatch-against-a-problem-statement</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Device-only work works anywhere. A phone gives a big screen and more memory. A server keeps data safe from a lost phone, but watch and phone must buffer until the link returns. Read more: A1 — Overall System Architecture</a:t>
            </a:r>
          </a:p>
          <a:p/>
          <a:p>
            <a:r>
              <a:t>Sources: A1#where-does-the-work-happen</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More data keeps the radio on longer, which costs battery. With Option B a whole semester of history is about 20 kB, so storing it on the watch itself becomes realistic and a backend may not be needed for version 1. Read more: A1 — Overall System Architecture</a:t>
            </a:r>
          </a:p>
          <a:p/>
          <a:p>
            <a:r>
              <a:t>Sources: A1#how-much-data</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esp_watch only needs the time and the weather, so one short connection costs almost nothing in the battery budget. For the hostel problem statement, with its semester history, that choice would need revisiting. Read more: A1 — Overall System Architecture</a:t>
            </a:r>
          </a:p>
          <a:p/>
          <a:p>
            <a:r>
              <a:t>Sources: A1#which-connection</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Sources: A2</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state is a mode, an event is what happens, and a transition is the move it causes. The XIAO has no battery-measurement pin and esp_watch adds none, so a LOW BATTERY state would first need a divider on an ADC pin. Read more: A2 — Operating Modes, Failure Behaviour and Decisions</a:t>
            </a:r>
          </a:p>
          <a:p/>
          <a:p>
            <a:r>
              <a:t>Sources: A2#states-what-mode-is-the-system-in, A2#worked-example-the-reference-watchs-states</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Choose graceful degradation by default. Choose a hard stop when carrying on could damage something, or would show a number the wearer might trust and act on. Read more: A2 — Operating Modes, Failure Behaviour and Decisions</a:t>
            </a:r>
          </a:p>
          <a:p/>
          <a:p>
            <a:r>
              <a:t>Sources: A2#failure-behaviour</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Nothing is read back from a display, so its failure is detected indirectly, through a sensor on the same bus. Every 'how it is detected' entry needs something in the design: a timeout on bus reads, a check on signal quality. Read more: A2 — Operating Modes, Failure Behaviour and Decisions</a:t>
            </a:r>
          </a:p>
          <a:p/>
          <a:p>
            <a:r>
              <a:t>Sources: A2#failure-behaviour</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Heart rate is health data. India's Digital Personal Data Protection Act, 2023 requires reasonable security safeguards against a data breach. esp_watch's privacy comes as a side effect of keeping WiFi off; the cost is that there is nowhere to see a semester's trend. Read more: A2 — Operating Modes, Failure Behaviour and Decisions</a:t>
            </a:r>
          </a:p>
          <a:p/>
          <a:p>
            <a:r>
              <a:t>Sources: A2#where-health-data-lives</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three weeks you will not remember why, and a reviewer will ask. The esp_watch note is rebuilt from the watch's behaviour; its first follow-on item is exactly the missing arrow found in the state diagram. Read more: A2 — Operating Modes, Failure Behaviour and Decisions</a:t>
            </a:r>
          </a:p>
          <a:p/>
          <a:p>
            <a:r>
              <a:t>Sources: A2#writing-down-your-decisions, A2#worked-example-a-reconstructed-decision-note-for-the-reference-watch</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Nothing is built until the funded build, so each stage names a check with a clear pass or fail. The record shows a reviewer that every part of the design was checked by something other than your own confidence. Read more: REF — The Verification Stack</a:t>
            </a:r>
          </a:p>
          <a:p/>
          <a:p>
            <a:r>
              <a:t>Sources: REF-verification-stack#the-full-table, REF-verification-stack#how-to-use-this-page</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DRC cannot know you wired a sensor to the wrong pin, or that the heart-rate sensor faces away from the wrist. A board can pass DRC perfectly and still be useless. Read more: REF — The Verification Stack</a:t>
            </a:r>
          </a:p>
          <a:p/>
          <a:p>
            <a:r>
              <a:t>Sources: REF-verification-stack#what-a-pass-does-not-tell-you</a:t>
            </a:r>
          </a:p>
        </p:txBody>
      </p:sp>
      <p:sp>
        <p:nvSpPr>
          <p:cNvPr id="4" name="Slide Number Placeholder 3"/>
          <p:cNvSpPr>
            <a:spLocks noGrp="1"/>
          </p:cNvSpPr>
          <p:nvPr>
            <p:ph type="sldNum" idx="12"/>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Wokwi simulates the ESP32-C3, MPU-6050, SSD1306, buttons and switches. No simulator reproduces a badly soldered joint, a weak battery or a noisy wrist. You write the mock sensor in B5. Read more: REF — The Verification Stack</a:t>
            </a:r>
          </a:p>
          <a:p/>
          <a:p>
            <a:r>
              <a:t>Sources: REF-verification-stack#what-a-pass-does-not-tell-you</a:t>
            </a:r>
          </a:p>
        </p:txBody>
      </p:sp>
      <p:sp>
        <p:nvSpPr>
          <p:cNvPr id="4" name="Slide Number Placeholder 3"/>
          <p:cNvSpPr>
            <a:spLocks noGrp="1"/>
          </p:cNvSpPr>
          <p:nvPr>
            <p:ph type="sldNum" idx="12"/>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commit can then record a board change together with the case change it caused. Use GitHub Desktop; no command line needed. Ignore KiCad backups, lock files and the PlatformIO build folder. Read more: REF — Version Control for a Hardware Project</a:t>
            </a:r>
          </a:p>
          <a:p/>
          <a:p>
            <a:r>
              <a:t>Sources: REF-version-control#step-1-one-repository-for-the-whole-design-pack, REF-version-control#step-2-set-it-up-with-github-desktop, REF-version-control#step-3-commit-small-commit-often, REF-version-control#step-4-decide-what-git-ignores</a:t>
            </a:r>
          </a:p>
        </p:txBody>
      </p:sp>
      <p:sp>
        <p:nvSpPr>
          <p:cNvPr id="4" name="Slide Number Placeholder 3"/>
          <p:cNvSpPr>
            <a:spLocks noGrp="1"/>
          </p:cNvSpPr>
          <p:nvPr>
            <p:ph type="sldNum" idx="12"/>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Then anyone holding a board can read its revision and find the exact files that made it. esp_watch's board and title block say 0.1.0, but its repository has no tags. Read more: REF — Version Control for a Hardware Project</a:t>
            </a:r>
          </a:p>
          <a:p/>
          <a:p>
            <a:r>
              <a:t>Sources: REF-version-control#step-5-tag-the-version-you-send-to-the-fab</a:t>
            </a:r>
          </a:p>
        </p:txBody>
      </p:sp>
      <p:sp>
        <p:nvSpPr>
          <p:cNvPr id="4" name="Slide Number Placeholder 3"/>
          <p:cNvSpPr>
            <a:spLocks noGrp="1"/>
          </p:cNvSpPr>
          <p:nvPr>
            <p:ph type="sldNum" idx="12"/>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Together these make the System Architecture Document that every later module refers back to.</a:t>
            </a:r>
          </a:p>
          <a:p/>
          <a:p>
            <a:r>
              <a:t>Sources: A0, A1, A2, REF-verification-stack, REF-version-control</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17.png"/><Relationship Id="rId4"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jpg"/><Relationship Id="rId3" Type="http://schemas.openxmlformats.org/officeDocument/2006/relationships/image" Target="../media/image1.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lcome" type="title">
  <p:cSld name="TITLE">
    <p:spTree>
      <p:nvGrpSpPr>
        <p:cNvPr id="13" name="Shape 13"/>
        <p:cNvGrpSpPr/>
        <p:nvPr/>
      </p:nvGrpSpPr>
      <p:grpSpPr>
        <a:xfrm>
          <a:off x="0" y="0"/>
          <a:ext cx="0" cy="0"/>
          <a:chOff x="0" y="0"/>
          <a:chExt cx="0" cy="0"/>
        </a:xfrm>
      </p:grpSpPr>
      <p:pic>
        <p:nvPicPr>
          <p:cNvPr id="14" name="Google Shape;14;p4"/>
          <p:cNvPicPr preferRelativeResize="0"/>
          <p:nvPr/>
        </p:nvPicPr>
        <p:blipFill>
          <a:blip r:embed="rId2">
            <a:alphaModFix/>
          </a:blip>
          <a:stretch>
            <a:fillRect/>
          </a:stretch>
        </p:blipFill>
        <p:spPr>
          <a:xfrm>
            <a:off x="-9" y="-1"/>
            <a:ext cx="9144018" cy="5143501"/>
          </a:xfrm>
          <a:prstGeom prst="rect">
            <a:avLst/>
          </a:prstGeom>
          <a:noFill/>
          <a:ln>
            <a:noFill/>
          </a:ln>
        </p:spPr>
      </p:pic>
      <p:pic>
        <p:nvPicPr>
          <p:cNvPr id="15" name="Google Shape;15;p4"/>
          <p:cNvPicPr preferRelativeResize="0"/>
          <p:nvPr/>
        </p:nvPicPr>
        <p:blipFill>
          <a:blip r:embed="rId3">
            <a:alphaModFix/>
          </a:blip>
          <a:stretch>
            <a:fillRect/>
          </a:stretch>
        </p:blipFill>
        <p:spPr>
          <a:xfrm>
            <a:off x="3325400" y="830300"/>
            <a:ext cx="3043374" cy="1462224"/>
          </a:xfrm>
          <a:prstGeom prst="rect">
            <a:avLst/>
          </a:prstGeom>
          <a:noFill/>
          <a:ln>
            <a:noFill/>
          </a:ln>
        </p:spPr>
      </p:pic>
      <p:sp>
        <p:nvSpPr>
          <p:cNvPr id="16" name="Google Shape;16;p4"/>
          <p:cNvSpPr txBox="1"/>
          <p:nvPr/>
        </p:nvSpPr>
        <p:spPr>
          <a:xfrm>
            <a:off x="2558100" y="3411025"/>
            <a:ext cx="4027800" cy="785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US" sz="5300">
                <a:solidFill>
                  <a:srgbClr val="FFFFFF"/>
                </a:solidFill>
                <a:latin typeface="Montserrat"/>
                <a:ea typeface="Montserrat"/>
                <a:cs typeface="Montserrat"/>
                <a:sym typeface="Montserrat"/>
              </a:rPr>
              <a:t>WELCOME</a:t>
            </a:r>
            <a:endParaRPr b="1" sz="4300">
              <a:solidFill>
                <a:srgbClr val="FFFFFF"/>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Takeaways">
  <p:cSld name="CUSTOM_1">
    <p:spTree>
      <p:nvGrpSpPr>
        <p:cNvPr id="17" name="Shape 17"/>
        <p:cNvGrpSpPr/>
        <p:nvPr/>
      </p:nvGrpSpPr>
      <p:grpSpPr>
        <a:xfrm>
          <a:off x="0" y="0"/>
          <a:ext cx="0" cy="0"/>
          <a:chOff x="0" y="0"/>
          <a:chExt cx="0" cy="0"/>
        </a:xfrm>
      </p:grpSpPr>
      <p:pic>
        <p:nvPicPr>
          <p:cNvPr id="18" name="Google Shape;18;p5"/>
          <p:cNvPicPr preferRelativeResize="0"/>
          <p:nvPr/>
        </p:nvPicPr>
        <p:blipFill rotWithShape="1">
          <a:blip r:embed="rId2">
            <a:alphaModFix/>
          </a:blip>
          <a:srcRect b="37992" l="0" r="0" t="0"/>
          <a:stretch/>
        </p:blipFill>
        <p:spPr>
          <a:xfrm>
            <a:off x="5478943" y="2406745"/>
            <a:ext cx="2245125" cy="2690649"/>
          </a:xfrm>
          <a:prstGeom prst="rect">
            <a:avLst/>
          </a:prstGeom>
          <a:noFill/>
          <a:ln>
            <a:noFill/>
          </a:ln>
        </p:spPr>
      </p:pic>
      <p:pic>
        <p:nvPicPr>
          <p:cNvPr id="19" name="Google Shape;19;p5"/>
          <p:cNvPicPr preferRelativeResize="0"/>
          <p:nvPr/>
        </p:nvPicPr>
        <p:blipFill rotWithShape="1">
          <a:blip r:embed="rId3">
            <a:alphaModFix/>
          </a:blip>
          <a:srcRect b="0" l="0" r="0" t="0"/>
          <a:stretch/>
        </p:blipFill>
        <p:spPr>
          <a:xfrm>
            <a:off x="0" y="332175"/>
            <a:ext cx="174225" cy="807700"/>
          </a:xfrm>
          <a:prstGeom prst="rect">
            <a:avLst/>
          </a:prstGeom>
          <a:noFill/>
          <a:ln>
            <a:noFill/>
          </a:ln>
        </p:spPr>
      </p:pic>
      <p:sp>
        <p:nvSpPr>
          <p:cNvPr id="20" name="Google Shape;20;p5"/>
          <p:cNvSpPr txBox="1"/>
          <p:nvPr>
            <p:ph type="title"/>
          </p:nvPr>
        </p:nvSpPr>
        <p:spPr>
          <a:xfrm>
            <a:off x="248680" y="383000"/>
            <a:ext cx="6271500" cy="3033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424242"/>
              </a:buClr>
              <a:buSzPts val="1500"/>
              <a:buFont typeface="Muli"/>
              <a:buNone/>
              <a:defRPr sz="1500">
                <a:solidFill>
                  <a:srgbClr val="424242"/>
                </a:solidFill>
                <a:latin typeface="Muli"/>
                <a:ea typeface="Muli"/>
                <a:cs typeface="Muli"/>
                <a:sym typeface="Mul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1" name="Google Shape;21;p5"/>
          <p:cNvPicPr preferRelativeResize="0"/>
          <p:nvPr/>
        </p:nvPicPr>
        <p:blipFill rotWithShape="1">
          <a:blip r:embed="rId4">
            <a:alphaModFix/>
          </a:blip>
          <a:srcRect b="0" l="36212" r="57" t="84436"/>
          <a:stretch/>
        </p:blipFill>
        <p:spPr>
          <a:xfrm>
            <a:off x="0" y="5013325"/>
            <a:ext cx="9144000" cy="130175"/>
          </a:xfrm>
          <a:prstGeom prst="rect">
            <a:avLst/>
          </a:prstGeom>
          <a:noFill/>
          <a:ln>
            <a:noFill/>
          </a:ln>
        </p:spPr>
      </p:pic>
      <p:sp>
        <p:nvSpPr>
          <p:cNvPr id="22" name="Google Shape;22;p5"/>
          <p:cNvSpPr txBox="1"/>
          <p:nvPr/>
        </p:nvSpPr>
        <p:spPr>
          <a:xfrm>
            <a:off x="239375" y="702150"/>
            <a:ext cx="63195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500">
                <a:solidFill>
                  <a:srgbClr val="006DAF"/>
                </a:solidFill>
                <a:latin typeface="Montserrat Medium"/>
                <a:ea typeface="Montserrat Medium"/>
                <a:cs typeface="Montserrat Medium"/>
                <a:sym typeface="Montserrat Medium"/>
              </a:rPr>
              <a:t>Key Takeaways</a:t>
            </a:r>
            <a:endParaRPr sz="2500">
              <a:solidFill>
                <a:srgbClr val="006DAF"/>
              </a:solidFill>
              <a:latin typeface="Montserrat Medium"/>
              <a:ea typeface="Montserrat Medium"/>
              <a:cs typeface="Montserrat Medium"/>
              <a:sym typeface="Montserrat Medium"/>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
    <p:spTree>
      <p:nvGrpSpPr>
        <p:cNvPr id="23" name="Shape 23"/>
        <p:cNvGrpSpPr/>
        <p:nvPr/>
      </p:nvGrpSpPr>
      <p:grpSpPr>
        <a:xfrm>
          <a:off x="0" y="0"/>
          <a:ext cx="0" cy="0"/>
          <a:chOff x="0" y="0"/>
          <a:chExt cx="0" cy="0"/>
        </a:xfrm>
      </p:grpSpPr>
      <p:pic>
        <p:nvPicPr>
          <p:cNvPr id="24" name="Google Shape;24;p6"/>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25" name="Google Shape;25;p6"/>
          <p:cNvSpPr/>
          <p:nvPr/>
        </p:nvSpPr>
        <p:spPr>
          <a:xfrm>
            <a:off x="1241825" y="1602525"/>
            <a:ext cx="6660300" cy="1938300"/>
          </a:xfrm>
          <a:prstGeom prst="roundRect">
            <a:avLst>
              <a:gd fmla="val 6923" name="adj"/>
            </a:avLst>
          </a:prstGeom>
          <a:solidFill>
            <a:srgbClr val="FFFFFF"/>
          </a:solidFill>
          <a:ln>
            <a:noFill/>
          </a:ln>
          <a:effectLst>
            <a:outerShdw blurRad="542925" rotWithShape="0" algn="ctr">
              <a:srgbClr val="4A86E8">
                <a:alpha val="27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Muli"/>
              <a:ea typeface="Muli"/>
              <a:cs typeface="Muli"/>
              <a:sym typeface="Muli"/>
            </a:endParaRPr>
          </a:p>
        </p:txBody>
      </p:sp>
      <p:sp>
        <p:nvSpPr>
          <p:cNvPr id="26" name="Google Shape;26;p6"/>
          <p:cNvSpPr txBox="1"/>
          <p:nvPr>
            <p:ph type="title"/>
          </p:nvPr>
        </p:nvSpPr>
        <p:spPr>
          <a:xfrm>
            <a:off x="4351725" y="2103075"/>
            <a:ext cx="3027000" cy="937200"/>
          </a:xfrm>
          <a:prstGeom prst="rect">
            <a:avLst/>
          </a:prstGeom>
          <a:noFill/>
          <a:ln>
            <a:noFill/>
          </a:ln>
        </p:spPr>
        <p:txBody>
          <a:bodyPr anchorCtr="0" anchor="ctr" bIns="91425" lIns="91425" spcFirstLastPara="1" rIns="91425" wrap="square" tIns="91425">
            <a:noAutofit/>
          </a:bodyPr>
          <a:lstStyle>
            <a:lvl1pPr indent="0" lvl="0" marL="0" marR="0" algn="ctr">
              <a:lnSpc>
                <a:spcPct val="115000"/>
              </a:lnSpc>
              <a:spcBef>
                <a:spcPts val="0"/>
              </a:spcBef>
              <a:spcAft>
                <a:spcPts val="0"/>
              </a:spcAft>
              <a:buNone/>
              <a:defRPr sz="2600">
                <a:solidFill>
                  <a:srgbClr val="006DAF"/>
                </a:solidFill>
                <a:latin typeface="Montserrat SemiBold"/>
                <a:ea typeface="Montserrat SemiBold"/>
                <a:cs typeface="Montserrat SemiBold"/>
                <a:sym typeface="Montserrat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7" name="Google Shape;27;p6"/>
          <p:cNvGrpSpPr/>
          <p:nvPr/>
        </p:nvGrpSpPr>
        <p:grpSpPr>
          <a:xfrm>
            <a:off x="1568875" y="2085879"/>
            <a:ext cx="2472652" cy="838675"/>
            <a:chOff x="1562175" y="2144713"/>
            <a:chExt cx="2472652" cy="838675"/>
          </a:xfrm>
        </p:grpSpPr>
        <p:sp>
          <p:nvSpPr>
            <p:cNvPr id="28" name="Google Shape;28;p6"/>
            <p:cNvSpPr txBox="1"/>
            <p:nvPr/>
          </p:nvSpPr>
          <p:spPr>
            <a:xfrm>
              <a:off x="1624889" y="2737088"/>
              <a:ext cx="2347200" cy="2463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595959"/>
                </a:buClr>
                <a:buSzPts val="1400"/>
                <a:buFont typeface="Arial"/>
                <a:buNone/>
              </a:pPr>
              <a:r>
                <a:rPr lang="en-US" sz="1600">
                  <a:solidFill>
                    <a:srgbClr val="595959"/>
                  </a:solidFill>
                  <a:latin typeface="Montserrat SemiBold"/>
                  <a:ea typeface="Montserrat SemiBold"/>
                  <a:cs typeface="Montserrat SemiBold"/>
                  <a:sym typeface="Montserrat SemiBold"/>
                </a:rPr>
                <a:t>21st Century Skills</a:t>
              </a:r>
              <a:endParaRPr sz="1000">
                <a:latin typeface="Muli"/>
                <a:ea typeface="Muli"/>
                <a:cs typeface="Muli"/>
                <a:sym typeface="Muli"/>
              </a:endParaRPr>
            </a:p>
          </p:txBody>
        </p:sp>
        <p:pic>
          <p:nvPicPr>
            <p:cNvPr id="29" name="Google Shape;29;p6"/>
            <p:cNvPicPr preferRelativeResize="0"/>
            <p:nvPr/>
          </p:nvPicPr>
          <p:blipFill rotWithShape="1">
            <a:blip r:embed="rId3">
              <a:alphaModFix/>
            </a:blip>
            <a:srcRect b="28077" l="0" r="0" t="12999"/>
            <a:stretch/>
          </p:blipFill>
          <p:spPr>
            <a:xfrm>
              <a:off x="1562175" y="2144713"/>
              <a:ext cx="2472652" cy="495600"/>
            </a:xfrm>
            <a:prstGeom prst="rect">
              <a:avLst/>
            </a:prstGeom>
            <a:noFill/>
            <a:ln>
              <a:noFill/>
            </a:ln>
          </p:spPr>
        </p:pic>
      </p:grpSp>
    </p:spTree>
  </p:cSld>
  <p:clrMapOvr>
    <a:masterClrMapping/>
  </p:clrMapOvr>
  <p:extLst>
    <p:ext uri="{DCECCB84-F9BA-43D5-87BE-67443E8EF086}">
      <p15:sldGuideLst>
        <p15:guide id="1" orient="horz" pos="1351">
          <p15:clr>
            <a:srgbClr val="FA7B17"/>
          </p15:clr>
        </p15:guide>
        <p15:guide id="2" pos="2741">
          <p15:clr>
            <a:srgbClr val="FA7B17"/>
          </p15:clr>
        </p15:guide>
        <p15:guide id="3" pos="4648">
          <p15:clr>
            <a:srgbClr val="FA7B17"/>
          </p15:clr>
        </p15:guide>
        <p15:guide id="4" orient="horz" pos="1941">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Nxtwave logo">
  <p:cSld name="CUSTOM_2">
    <p:spTree>
      <p:nvGrpSpPr>
        <p:cNvPr id="30" name="Shape 30"/>
        <p:cNvGrpSpPr/>
        <p:nvPr/>
      </p:nvGrpSpPr>
      <p:grpSpPr>
        <a:xfrm>
          <a:off x="0" y="0"/>
          <a:ext cx="0" cy="0"/>
          <a:chOff x="0" y="0"/>
          <a:chExt cx="0" cy="0"/>
        </a:xfrm>
      </p:grpSpPr>
      <p:pic>
        <p:nvPicPr>
          <p:cNvPr id="31" name="Google Shape;31;p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32" name="Google Shape;32;p7"/>
          <p:cNvSpPr/>
          <p:nvPr/>
        </p:nvSpPr>
        <p:spPr>
          <a:xfrm>
            <a:off x="1241825" y="1602525"/>
            <a:ext cx="6660300" cy="1938300"/>
          </a:xfrm>
          <a:prstGeom prst="roundRect">
            <a:avLst>
              <a:gd fmla="val 6923" name="adj"/>
            </a:avLst>
          </a:prstGeom>
          <a:solidFill>
            <a:srgbClr val="FFFFFF"/>
          </a:solidFill>
          <a:ln>
            <a:noFill/>
          </a:ln>
          <a:effectLst>
            <a:outerShdw blurRad="542925" rotWithShape="0" algn="ctr">
              <a:srgbClr val="4A86E8">
                <a:alpha val="27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Muli"/>
              <a:ea typeface="Muli"/>
              <a:cs typeface="Muli"/>
              <a:sym typeface="Muli"/>
            </a:endParaRPr>
          </a:p>
        </p:txBody>
      </p:sp>
      <p:sp>
        <p:nvSpPr>
          <p:cNvPr id="33" name="Google Shape;33;p7"/>
          <p:cNvSpPr txBox="1"/>
          <p:nvPr>
            <p:ph type="title"/>
          </p:nvPr>
        </p:nvSpPr>
        <p:spPr>
          <a:xfrm>
            <a:off x="4351725" y="2103075"/>
            <a:ext cx="3027000" cy="937200"/>
          </a:xfrm>
          <a:prstGeom prst="rect">
            <a:avLst/>
          </a:prstGeom>
          <a:noFill/>
          <a:ln>
            <a:noFill/>
          </a:ln>
        </p:spPr>
        <p:txBody>
          <a:bodyPr anchorCtr="0" anchor="ctr" bIns="91425" lIns="91425" spcFirstLastPara="1" rIns="91425" wrap="square" tIns="91425">
            <a:noAutofit/>
          </a:bodyPr>
          <a:lstStyle>
            <a:lvl1pPr indent="0" lvl="0" marL="0" marR="0" algn="ctr">
              <a:lnSpc>
                <a:spcPct val="115000"/>
              </a:lnSpc>
              <a:spcBef>
                <a:spcPts val="0"/>
              </a:spcBef>
              <a:spcAft>
                <a:spcPts val="0"/>
              </a:spcAft>
              <a:buNone/>
              <a:defRPr sz="2600">
                <a:solidFill>
                  <a:srgbClr val="006DAF"/>
                </a:solidFill>
                <a:latin typeface="Montserrat SemiBold"/>
                <a:ea typeface="Montserrat SemiBold"/>
                <a:cs typeface="Montserrat SemiBold"/>
                <a:sym typeface="Montserrat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4" name="Google Shape;34;p7"/>
          <p:cNvPicPr preferRelativeResize="0"/>
          <p:nvPr/>
        </p:nvPicPr>
        <p:blipFill>
          <a:blip r:embed="rId3">
            <a:alphaModFix/>
          </a:blip>
          <a:stretch>
            <a:fillRect/>
          </a:stretch>
        </p:blipFill>
        <p:spPr>
          <a:xfrm>
            <a:off x="1948725" y="2236600"/>
            <a:ext cx="1395123" cy="670301"/>
          </a:xfrm>
          <a:prstGeom prst="rect">
            <a:avLst/>
          </a:prstGeom>
          <a:noFill/>
          <a:ln>
            <a:noFill/>
          </a:ln>
        </p:spPr>
      </p:pic>
    </p:spTree>
  </p:cSld>
  <p:clrMapOvr>
    <a:masterClrMapping/>
  </p:clrMapOvr>
  <p:extLst>
    <p:ext uri="{DCECCB84-F9BA-43D5-87BE-67443E8EF086}">
      <p15:sldGuideLst>
        <p15:guide id="1" orient="horz" pos="1351">
          <p15:clr>
            <a:srgbClr val="FA7B17"/>
          </p15:clr>
        </p15:guide>
        <p15:guide id="2" pos="2741">
          <p15:clr>
            <a:srgbClr val="FA7B17"/>
          </p15:clr>
        </p15:guide>
        <p15:guide id="3" pos="4648">
          <p15:clr>
            <a:srgbClr val="FA7B17"/>
          </p15:clr>
        </p15:guide>
        <p15:guide id="4" orient="horz" pos="1941">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Layout" type="tx">
  <p:cSld name="TITLE_AND_BODY">
    <p:spTree>
      <p:nvGrpSpPr>
        <p:cNvPr id="35" name="Shape 35"/>
        <p:cNvGrpSpPr/>
        <p:nvPr/>
      </p:nvGrpSpPr>
      <p:grpSpPr>
        <a:xfrm>
          <a:off x="0" y="0"/>
          <a:ext cx="0" cy="0"/>
          <a:chOff x="0" y="0"/>
          <a:chExt cx="0" cy="0"/>
        </a:xfrm>
      </p:grpSpPr>
      <p:pic>
        <p:nvPicPr>
          <p:cNvPr id="36" name="Google Shape;36;p8"/>
          <p:cNvPicPr preferRelativeResize="0"/>
          <p:nvPr/>
        </p:nvPicPr>
        <p:blipFill rotWithShape="1">
          <a:blip r:embed="rId2">
            <a:alphaModFix/>
          </a:blip>
          <a:srcRect b="0" l="0" r="0" t="0"/>
          <a:stretch/>
        </p:blipFill>
        <p:spPr>
          <a:xfrm>
            <a:off x="0" y="332175"/>
            <a:ext cx="174225" cy="807700"/>
          </a:xfrm>
          <a:prstGeom prst="rect">
            <a:avLst/>
          </a:prstGeom>
          <a:noFill/>
          <a:ln>
            <a:noFill/>
          </a:ln>
        </p:spPr>
      </p:pic>
      <p:sp>
        <p:nvSpPr>
          <p:cNvPr id="37" name="Google Shape;37;p8"/>
          <p:cNvSpPr txBox="1"/>
          <p:nvPr>
            <p:ph type="title"/>
          </p:nvPr>
        </p:nvSpPr>
        <p:spPr>
          <a:xfrm>
            <a:off x="248675" y="383000"/>
            <a:ext cx="6319500" cy="3033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424242"/>
              </a:buClr>
              <a:buSzPts val="1500"/>
              <a:buFont typeface="Muli"/>
              <a:buNone/>
              <a:defRPr sz="1500">
                <a:solidFill>
                  <a:srgbClr val="424242"/>
                </a:solidFill>
                <a:latin typeface="Muli"/>
                <a:ea typeface="Muli"/>
                <a:cs typeface="Muli"/>
                <a:sym typeface="Mul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8"/>
          <p:cNvSpPr txBox="1"/>
          <p:nvPr>
            <p:ph idx="1" type="subTitle"/>
          </p:nvPr>
        </p:nvSpPr>
        <p:spPr>
          <a:xfrm>
            <a:off x="239375" y="702150"/>
            <a:ext cx="6319500" cy="437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006DAF"/>
              </a:buClr>
              <a:buSzPts val="2500"/>
              <a:buFont typeface="Montserrat Medium"/>
              <a:buNone/>
              <a:defRPr sz="2500">
                <a:solidFill>
                  <a:srgbClr val="006DAF"/>
                </a:solidFill>
                <a:latin typeface="Montserrat Medium"/>
                <a:ea typeface="Montserrat Medium"/>
                <a:cs typeface="Montserrat Medium"/>
                <a:sym typeface="Montserrat Medium"/>
              </a:defRPr>
            </a:lvl1pPr>
            <a:lvl2pPr lvl="1">
              <a:spcBef>
                <a:spcPts val="0"/>
              </a:spcBef>
              <a:spcAft>
                <a:spcPts val="0"/>
              </a:spcAft>
              <a:buClr>
                <a:srgbClr val="006DAF"/>
              </a:buClr>
              <a:buSzPts val="1400"/>
              <a:buNone/>
              <a:defRPr>
                <a:solidFill>
                  <a:srgbClr val="006DAF"/>
                </a:solidFill>
              </a:defRPr>
            </a:lvl2pPr>
            <a:lvl3pPr lvl="2">
              <a:spcBef>
                <a:spcPts val="0"/>
              </a:spcBef>
              <a:spcAft>
                <a:spcPts val="0"/>
              </a:spcAft>
              <a:buClr>
                <a:srgbClr val="006DAF"/>
              </a:buClr>
              <a:buSzPts val="1400"/>
              <a:buNone/>
              <a:defRPr>
                <a:solidFill>
                  <a:srgbClr val="006DAF"/>
                </a:solidFill>
              </a:defRPr>
            </a:lvl3pPr>
            <a:lvl4pPr lvl="3">
              <a:spcBef>
                <a:spcPts val="0"/>
              </a:spcBef>
              <a:spcAft>
                <a:spcPts val="0"/>
              </a:spcAft>
              <a:buClr>
                <a:srgbClr val="006DAF"/>
              </a:buClr>
              <a:buSzPts val="1400"/>
              <a:buNone/>
              <a:defRPr>
                <a:solidFill>
                  <a:srgbClr val="006DAF"/>
                </a:solidFill>
              </a:defRPr>
            </a:lvl4pPr>
            <a:lvl5pPr lvl="4">
              <a:spcBef>
                <a:spcPts val="0"/>
              </a:spcBef>
              <a:spcAft>
                <a:spcPts val="0"/>
              </a:spcAft>
              <a:buClr>
                <a:srgbClr val="006DAF"/>
              </a:buClr>
              <a:buSzPts val="1400"/>
              <a:buNone/>
              <a:defRPr>
                <a:solidFill>
                  <a:srgbClr val="006DAF"/>
                </a:solidFill>
              </a:defRPr>
            </a:lvl5pPr>
            <a:lvl6pPr lvl="5">
              <a:spcBef>
                <a:spcPts val="0"/>
              </a:spcBef>
              <a:spcAft>
                <a:spcPts val="0"/>
              </a:spcAft>
              <a:buClr>
                <a:srgbClr val="006DAF"/>
              </a:buClr>
              <a:buSzPts val="1400"/>
              <a:buNone/>
              <a:defRPr>
                <a:solidFill>
                  <a:srgbClr val="006DAF"/>
                </a:solidFill>
              </a:defRPr>
            </a:lvl6pPr>
            <a:lvl7pPr lvl="6">
              <a:spcBef>
                <a:spcPts val="0"/>
              </a:spcBef>
              <a:spcAft>
                <a:spcPts val="0"/>
              </a:spcAft>
              <a:buClr>
                <a:srgbClr val="006DAF"/>
              </a:buClr>
              <a:buSzPts val="1400"/>
              <a:buNone/>
              <a:defRPr>
                <a:solidFill>
                  <a:srgbClr val="006DAF"/>
                </a:solidFill>
              </a:defRPr>
            </a:lvl7pPr>
            <a:lvl8pPr lvl="7">
              <a:spcBef>
                <a:spcPts val="0"/>
              </a:spcBef>
              <a:spcAft>
                <a:spcPts val="0"/>
              </a:spcAft>
              <a:buClr>
                <a:srgbClr val="006DAF"/>
              </a:buClr>
              <a:buSzPts val="1400"/>
              <a:buNone/>
              <a:defRPr>
                <a:solidFill>
                  <a:srgbClr val="006DAF"/>
                </a:solidFill>
              </a:defRPr>
            </a:lvl8pPr>
            <a:lvl9pPr lvl="8">
              <a:spcBef>
                <a:spcPts val="0"/>
              </a:spcBef>
              <a:spcAft>
                <a:spcPts val="0"/>
              </a:spcAft>
              <a:buClr>
                <a:srgbClr val="006DAF"/>
              </a:buClr>
              <a:buSzPts val="1400"/>
              <a:buNone/>
              <a:defRPr>
                <a:solidFill>
                  <a:srgbClr val="006DAF"/>
                </a:solidFill>
              </a:defRPr>
            </a:lvl9pPr>
          </a:lstStyle>
          <a:p/>
        </p:txBody>
      </p:sp>
      <p:pic>
        <p:nvPicPr>
          <p:cNvPr id="39" name="Google Shape;39;p8"/>
          <p:cNvPicPr preferRelativeResize="0"/>
          <p:nvPr/>
        </p:nvPicPr>
        <p:blipFill rotWithShape="1">
          <a:blip r:embed="rId3">
            <a:alphaModFix/>
          </a:blip>
          <a:srcRect b="0" l="36212" r="57" t="84436"/>
          <a:stretch/>
        </p:blipFill>
        <p:spPr>
          <a:xfrm>
            <a:off x="0" y="5013325"/>
            <a:ext cx="9144000" cy="130175"/>
          </a:xfrm>
          <a:prstGeom prst="rect">
            <a:avLst/>
          </a:prstGeom>
          <a:noFill/>
          <a:ln>
            <a:noFill/>
          </a:ln>
        </p:spPr>
      </p:pic>
      <p:sp>
        <p:nvSpPr>
          <p:cNvPr id="40" name="Google Shape;40;p8"/>
          <p:cNvSpPr txBox="1"/>
          <p:nvPr>
            <p:ph idx="2" type="body"/>
          </p:nvPr>
        </p:nvSpPr>
        <p:spPr>
          <a:xfrm>
            <a:off x="560500" y="1690125"/>
            <a:ext cx="4558500" cy="2307900"/>
          </a:xfrm>
          <a:prstGeom prst="rect">
            <a:avLst/>
          </a:prstGeom>
          <a:noFill/>
          <a:ln>
            <a:noFill/>
          </a:ln>
        </p:spPr>
        <p:txBody>
          <a:bodyPr anchorCtr="0" anchor="t" bIns="91425" lIns="91425" spcFirstLastPara="1" rIns="91425" wrap="square" tIns="91425">
            <a:noAutofit/>
          </a:bodyPr>
          <a:lstStyle>
            <a:lvl1pPr indent="-317500" lvl="0" marL="457200">
              <a:lnSpc>
                <a:spcPct val="150000"/>
              </a:lnSpc>
              <a:spcBef>
                <a:spcPts val="0"/>
              </a:spcBef>
              <a:spcAft>
                <a:spcPts val="0"/>
              </a:spcAft>
              <a:buClr>
                <a:srgbClr val="434343"/>
              </a:buClr>
              <a:buSzPts val="1400"/>
              <a:buFont typeface="Montserrat Medium"/>
              <a:buChar char="●"/>
              <a:defRPr>
                <a:solidFill>
                  <a:srgbClr val="434343"/>
                </a:solidFill>
                <a:latin typeface="Montserrat Medium"/>
                <a:ea typeface="Montserrat Medium"/>
                <a:cs typeface="Montserrat Medium"/>
                <a:sym typeface="Montserrat Medium"/>
              </a:defRPr>
            </a:lvl1pPr>
            <a:lvl2pPr indent="-317500" lvl="1" marL="914400">
              <a:lnSpc>
                <a:spcPct val="150000"/>
              </a:lnSpc>
              <a:spcBef>
                <a:spcPts val="0"/>
              </a:spcBef>
              <a:spcAft>
                <a:spcPts val="0"/>
              </a:spcAft>
              <a:buClr>
                <a:srgbClr val="434343"/>
              </a:buClr>
              <a:buSzPts val="1400"/>
              <a:buFont typeface="Montserrat Medium"/>
              <a:buChar char="○"/>
              <a:defRPr>
                <a:solidFill>
                  <a:srgbClr val="434343"/>
                </a:solidFill>
                <a:latin typeface="Montserrat Medium"/>
                <a:ea typeface="Montserrat Medium"/>
                <a:cs typeface="Montserrat Medium"/>
                <a:sym typeface="Montserrat Medium"/>
              </a:defRPr>
            </a:lvl2pPr>
            <a:lvl3pPr indent="-317500" lvl="2" marL="1371600">
              <a:lnSpc>
                <a:spcPct val="150000"/>
              </a:lnSpc>
              <a:spcBef>
                <a:spcPts val="0"/>
              </a:spcBef>
              <a:spcAft>
                <a:spcPts val="0"/>
              </a:spcAft>
              <a:buClr>
                <a:srgbClr val="434343"/>
              </a:buClr>
              <a:buSzPts val="1400"/>
              <a:buFont typeface="Montserrat Medium"/>
              <a:buChar char="■"/>
              <a:defRPr>
                <a:solidFill>
                  <a:srgbClr val="434343"/>
                </a:solidFill>
                <a:latin typeface="Montserrat Medium"/>
                <a:ea typeface="Montserrat Medium"/>
                <a:cs typeface="Montserrat Medium"/>
                <a:sym typeface="Montserrat Medium"/>
              </a:defRPr>
            </a:lvl3pPr>
            <a:lvl4pPr indent="-317500" lvl="3" marL="1828800">
              <a:lnSpc>
                <a:spcPct val="150000"/>
              </a:lnSpc>
              <a:spcBef>
                <a:spcPts val="0"/>
              </a:spcBef>
              <a:spcAft>
                <a:spcPts val="0"/>
              </a:spcAft>
              <a:buClr>
                <a:srgbClr val="434343"/>
              </a:buClr>
              <a:buSzPts val="1400"/>
              <a:buFont typeface="Montserrat Medium"/>
              <a:buChar char="●"/>
              <a:defRPr>
                <a:solidFill>
                  <a:srgbClr val="434343"/>
                </a:solidFill>
                <a:latin typeface="Montserrat Medium"/>
                <a:ea typeface="Montserrat Medium"/>
                <a:cs typeface="Montserrat Medium"/>
                <a:sym typeface="Montserrat Medium"/>
              </a:defRPr>
            </a:lvl4pPr>
            <a:lvl5pPr indent="-317500" lvl="4" marL="2286000">
              <a:lnSpc>
                <a:spcPct val="150000"/>
              </a:lnSpc>
              <a:spcBef>
                <a:spcPts val="0"/>
              </a:spcBef>
              <a:spcAft>
                <a:spcPts val="0"/>
              </a:spcAft>
              <a:buClr>
                <a:srgbClr val="434343"/>
              </a:buClr>
              <a:buSzPts val="1400"/>
              <a:buFont typeface="Montserrat Medium"/>
              <a:buChar char="○"/>
              <a:defRPr>
                <a:solidFill>
                  <a:srgbClr val="434343"/>
                </a:solidFill>
                <a:latin typeface="Montserrat Medium"/>
                <a:ea typeface="Montserrat Medium"/>
                <a:cs typeface="Montserrat Medium"/>
                <a:sym typeface="Montserrat Medium"/>
              </a:defRPr>
            </a:lvl5pPr>
            <a:lvl6pPr indent="-317500" lvl="5" marL="2743200">
              <a:lnSpc>
                <a:spcPct val="150000"/>
              </a:lnSpc>
              <a:spcBef>
                <a:spcPts val="0"/>
              </a:spcBef>
              <a:spcAft>
                <a:spcPts val="0"/>
              </a:spcAft>
              <a:buClr>
                <a:srgbClr val="434343"/>
              </a:buClr>
              <a:buSzPts val="1400"/>
              <a:buFont typeface="Montserrat Medium"/>
              <a:buChar char="■"/>
              <a:defRPr>
                <a:solidFill>
                  <a:srgbClr val="434343"/>
                </a:solidFill>
                <a:latin typeface="Montserrat Medium"/>
                <a:ea typeface="Montserrat Medium"/>
                <a:cs typeface="Montserrat Medium"/>
                <a:sym typeface="Montserrat Medium"/>
              </a:defRPr>
            </a:lvl6pPr>
            <a:lvl7pPr indent="-317500" lvl="6" marL="3200400">
              <a:lnSpc>
                <a:spcPct val="150000"/>
              </a:lnSpc>
              <a:spcBef>
                <a:spcPts val="0"/>
              </a:spcBef>
              <a:spcAft>
                <a:spcPts val="0"/>
              </a:spcAft>
              <a:buClr>
                <a:srgbClr val="434343"/>
              </a:buClr>
              <a:buSzPts val="1400"/>
              <a:buFont typeface="Montserrat Medium"/>
              <a:buChar char="●"/>
              <a:defRPr>
                <a:solidFill>
                  <a:srgbClr val="434343"/>
                </a:solidFill>
                <a:latin typeface="Montserrat Medium"/>
                <a:ea typeface="Montserrat Medium"/>
                <a:cs typeface="Montserrat Medium"/>
                <a:sym typeface="Montserrat Medium"/>
              </a:defRPr>
            </a:lvl7pPr>
            <a:lvl8pPr indent="-317500" lvl="7" marL="3657600">
              <a:lnSpc>
                <a:spcPct val="150000"/>
              </a:lnSpc>
              <a:spcBef>
                <a:spcPts val="0"/>
              </a:spcBef>
              <a:spcAft>
                <a:spcPts val="0"/>
              </a:spcAft>
              <a:buClr>
                <a:srgbClr val="434343"/>
              </a:buClr>
              <a:buSzPts val="1400"/>
              <a:buFont typeface="Montserrat Medium"/>
              <a:buChar char="○"/>
              <a:defRPr>
                <a:solidFill>
                  <a:srgbClr val="434343"/>
                </a:solidFill>
                <a:latin typeface="Montserrat Medium"/>
                <a:ea typeface="Montserrat Medium"/>
                <a:cs typeface="Montserrat Medium"/>
                <a:sym typeface="Montserrat Medium"/>
              </a:defRPr>
            </a:lvl8pPr>
            <a:lvl9pPr indent="-317500" lvl="8" marL="4114800">
              <a:lnSpc>
                <a:spcPct val="150000"/>
              </a:lnSpc>
              <a:spcBef>
                <a:spcPts val="0"/>
              </a:spcBef>
              <a:spcAft>
                <a:spcPts val="0"/>
              </a:spcAft>
              <a:buClr>
                <a:srgbClr val="434343"/>
              </a:buClr>
              <a:buSzPts val="1400"/>
              <a:buFont typeface="Montserrat Medium"/>
              <a:buChar char="■"/>
              <a:defRPr>
                <a:solidFill>
                  <a:srgbClr val="434343"/>
                </a:solidFill>
                <a:latin typeface="Montserrat Medium"/>
                <a:ea typeface="Montserrat Medium"/>
                <a:cs typeface="Montserrat Medium"/>
                <a:sym typeface="Montserrat Medium"/>
              </a:defRPr>
            </a:lvl9pPr>
          </a:lstStyle>
          <a:p/>
        </p:txBody>
      </p:sp>
    </p:spTree>
  </p:cSld>
  <p:clrMapOvr>
    <a:masterClrMapping/>
  </p:clrMapOvr>
  <p:extLst>
    <p:ext uri="{DCECCB84-F9BA-43D5-87BE-67443E8EF086}">
      <p15:sldGuideLst>
        <p15:guide id="1" pos="4143">
          <p15:clr>
            <a:srgbClr val="E46962"/>
          </p15:clr>
        </p15:guide>
        <p15:guide id="2" orient="horz" pos="901">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_AND_BODY_1">
    <p:spTree>
      <p:nvGrpSpPr>
        <p:cNvPr id="41" name="Shape 41"/>
        <p:cNvGrpSpPr/>
        <p:nvPr/>
      </p:nvGrpSpPr>
      <p:grpSpPr>
        <a:xfrm>
          <a:off x="0" y="0"/>
          <a:ext cx="0" cy="0"/>
          <a:chOff x="0" y="0"/>
          <a:chExt cx="0" cy="0"/>
        </a:xfrm>
      </p:grpSpPr>
      <p:pic>
        <p:nvPicPr>
          <p:cNvPr id="42" name="Google Shape;42;p9"/>
          <p:cNvPicPr preferRelativeResize="0"/>
          <p:nvPr/>
        </p:nvPicPr>
        <p:blipFill rotWithShape="1">
          <a:blip r:embed="rId2">
            <a:alphaModFix/>
          </a:blip>
          <a:srcRect b="0" l="0" r="0" t="0"/>
          <a:stretch/>
        </p:blipFill>
        <p:spPr>
          <a:xfrm>
            <a:off x="0" y="332175"/>
            <a:ext cx="174225" cy="807700"/>
          </a:xfrm>
          <a:prstGeom prst="rect">
            <a:avLst/>
          </a:prstGeom>
          <a:noFill/>
          <a:ln>
            <a:noFill/>
          </a:ln>
        </p:spPr>
      </p:pic>
      <p:sp>
        <p:nvSpPr>
          <p:cNvPr id="43" name="Google Shape;43;p9"/>
          <p:cNvSpPr txBox="1"/>
          <p:nvPr>
            <p:ph idx="1" type="subTitle"/>
          </p:nvPr>
        </p:nvSpPr>
        <p:spPr>
          <a:xfrm>
            <a:off x="239375" y="702150"/>
            <a:ext cx="6319500" cy="437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006DAF"/>
              </a:buClr>
              <a:buSzPts val="2500"/>
              <a:buFont typeface="Montserrat Medium"/>
              <a:buNone/>
              <a:defRPr sz="2500">
                <a:solidFill>
                  <a:srgbClr val="006DAF"/>
                </a:solidFill>
                <a:latin typeface="Montserrat Medium"/>
                <a:ea typeface="Montserrat Medium"/>
                <a:cs typeface="Montserrat Medium"/>
                <a:sym typeface="Montserrat Medium"/>
              </a:defRPr>
            </a:lvl1pPr>
            <a:lvl2pPr lvl="1">
              <a:spcBef>
                <a:spcPts val="0"/>
              </a:spcBef>
              <a:spcAft>
                <a:spcPts val="0"/>
              </a:spcAft>
              <a:buClr>
                <a:srgbClr val="006DAF"/>
              </a:buClr>
              <a:buSzPts val="1400"/>
              <a:buNone/>
              <a:defRPr>
                <a:solidFill>
                  <a:srgbClr val="006DAF"/>
                </a:solidFill>
              </a:defRPr>
            </a:lvl2pPr>
            <a:lvl3pPr lvl="2">
              <a:spcBef>
                <a:spcPts val="0"/>
              </a:spcBef>
              <a:spcAft>
                <a:spcPts val="0"/>
              </a:spcAft>
              <a:buClr>
                <a:srgbClr val="006DAF"/>
              </a:buClr>
              <a:buSzPts val="1400"/>
              <a:buNone/>
              <a:defRPr>
                <a:solidFill>
                  <a:srgbClr val="006DAF"/>
                </a:solidFill>
              </a:defRPr>
            </a:lvl3pPr>
            <a:lvl4pPr lvl="3">
              <a:spcBef>
                <a:spcPts val="0"/>
              </a:spcBef>
              <a:spcAft>
                <a:spcPts val="0"/>
              </a:spcAft>
              <a:buClr>
                <a:srgbClr val="006DAF"/>
              </a:buClr>
              <a:buSzPts val="1400"/>
              <a:buNone/>
              <a:defRPr>
                <a:solidFill>
                  <a:srgbClr val="006DAF"/>
                </a:solidFill>
              </a:defRPr>
            </a:lvl4pPr>
            <a:lvl5pPr lvl="4">
              <a:spcBef>
                <a:spcPts val="0"/>
              </a:spcBef>
              <a:spcAft>
                <a:spcPts val="0"/>
              </a:spcAft>
              <a:buClr>
                <a:srgbClr val="006DAF"/>
              </a:buClr>
              <a:buSzPts val="1400"/>
              <a:buNone/>
              <a:defRPr>
                <a:solidFill>
                  <a:srgbClr val="006DAF"/>
                </a:solidFill>
              </a:defRPr>
            </a:lvl5pPr>
            <a:lvl6pPr lvl="5">
              <a:spcBef>
                <a:spcPts val="0"/>
              </a:spcBef>
              <a:spcAft>
                <a:spcPts val="0"/>
              </a:spcAft>
              <a:buClr>
                <a:srgbClr val="006DAF"/>
              </a:buClr>
              <a:buSzPts val="1400"/>
              <a:buNone/>
              <a:defRPr>
                <a:solidFill>
                  <a:srgbClr val="006DAF"/>
                </a:solidFill>
              </a:defRPr>
            </a:lvl6pPr>
            <a:lvl7pPr lvl="6">
              <a:spcBef>
                <a:spcPts val="0"/>
              </a:spcBef>
              <a:spcAft>
                <a:spcPts val="0"/>
              </a:spcAft>
              <a:buClr>
                <a:srgbClr val="006DAF"/>
              </a:buClr>
              <a:buSzPts val="1400"/>
              <a:buNone/>
              <a:defRPr>
                <a:solidFill>
                  <a:srgbClr val="006DAF"/>
                </a:solidFill>
              </a:defRPr>
            </a:lvl7pPr>
            <a:lvl8pPr lvl="7">
              <a:spcBef>
                <a:spcPts val="0"/>
              </a:spcBef>
              <a:spcAft>
                <a:spcPts val="0"/>
              </a:spcAft>
              <a:buClr>
                <a:srgbClr val="006DAF"/>
              </a:buClr>
              <a:buSzPts val="1400"/>
              <a:buNone/>
              <a:defRPr>
                <a:solidFill>
                  <a:srgbClr val="006DAF"/>
                </a:solidFill>
              </a:defRPr>
            </a:lvl8pPr>
            <a:lvl9pPr lvl="8">
              <a:spcBef>
                <a:spcPts val="0"/>
              </a:spcBef>
              <a:spcAft>
                <a:spcPts val="0"/>
              </a:spcAft>
              <a:buClr>
                <a:srgbClr val="006DAF"/>
              </a:buClr>
              <a:buSzPts val="1400"/>
              <a:buNone/>
              <a:defRPr>
                <a:solidFill>
                  <a:srgbClr val="006DAF"/>
                </a:solidFill>
              </a:defRPr>
            </a:lvl9pPr>
          </a:lstStyle>
          <a:p/>
        </p:txBody>
      </p:sp>
      <p:pic>
        <p:nvPicPr>
          <p:cNvPr id="44" name="Google Shape;44;p9"/>
          <p:cNvPicPr preferRelativeResize="0"/>
          <p:nvPr/>
        </p:nvPicPr>
        <p:blipFill rotWithShape="1">
          <a:blip r:embed="rId3">
            <a:alphaModFix/>
          </a:blip>
          <a:srcRect b="0" l="36212" r="57" t="84436"/>
          <a:stretch/>
        </p:blipFill>
        <p:spPr>
          <a:xfrm>
            <a:off x="0" y="5013325"/>
            <a:ext cx="9144000" cy="130175"/>
          </a:xfrm>
          <a:prstGeom prst="rect">
            <a:avLst/>
          </a:prstGeom>
          <a:noFill/>
          <a:ln>
            <a:noFill/>
          </a:ln>
        </p:spPr>
      </p:pic>
      <p:sp>
        <p:nvSpPr>
          <p:cNvPr id="45" name="Google Shape;45;p9"/>
          <p:cNvSpPr txBox="1"/>
          <p:nvPr/>
        </p:nvSpPr>
        <p:spPr>
          <a:xfrm>
            <a:off x="248675" y="370700"/>
            <a:ext cx="6252900" cy="32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500">
                <a:solidFill>
                  <a:srgbClr val="424242"/>
                </a:solidFill>
                <a:latin typeface="Muli"/>
                <a:ea typeface="Muli"/>
                <a:cs typeface="Muli"/>
                <a:sym typeface="Muli"/>
              </a:rPr>
              <a:t>Agenda for Today’s Session</a:t>
            </a:r>
            <a:endParaRPr sz="1500">
              <a:solidFill>
                <a:srgbClr val="424242"/>
              </a:solidFill>
              <a:latin typeface="Muli"/>
              <a:ea typeface="Muli"/>
              <a:cs typeface="Muli"/>
              <a:sym typeface="Muli"/>
            </a:endParaRPr>
          </a:p>
        </p:txBody>
      </p:sp>
    </p:spTree>
  </p:cSld>
  <p:clrMapOvr>
    <a:masterClrMapping/>
  </p:clrMapOvr>
  <p:extLst>
    <p:ext uri="{DCECCB84-F9BA-43D5-87BE-67443E8EF086}">
      <p15:sldGuideLst>
        <p15:guide id="1" pos="4143">
          <p15:clr>
            <a:srgbClr val="E46962"/>
          </p15:clr>
        </p15:guide>
        <p15:guide id="2" orient="horz" pos="901">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p:cSld name="TITLE_AND_BODY_1_1">
    <p:spTree>
      <p:nvGrpSpPr>
        <p:cNvPr id="46" name="Shape 46"/>
        <p:cNvGrpSpPr/>
        <p:nvPr/>
      </p:nvGrpSpPr>
      <p:grpSpPr>
        <a:xfrm>
          <a:off x="0" y="0"/>
          <a:ext cx="0" cy="0"/>
          <a:chOff x="0" y="0"/>
          <a:chExt cx="0" cy="0"/>
        </a:xfrm>
      </p:grpSpPr>
      <p:pic>
        <p:nvPicPr>
          <p:cNvPr id="47" name="Google Shape;47;p10"/>
          <p:cNvPicPr preferRelativeResize="0"/>
          <p:nvPr/>
        </p:nvPicPr>
        <p:blipFill rotWithShape="1">
          <a:blip r:embed="rId2">
            <a:alphaModFix/>
          </a:blip>
          <a:srcRect b="0" l="0" r="0" t="0"/>
          <a:stretch/>
        </p:blipFill>
        <p:spPr>
          <a:xfrm>
            <a:off x="0" y="332175"/>
            <a:ext cx="174225" cy="807700"/>
          </a:xfrm>
          <a:prstGeom prst="rect">
            <a:avLst/>
          </a:prstGeom>
          <a:noFill/>
          <a:ln>
            <a:noFill/>
          </a:ln>
        </p:spPr>
      </p:pic>
      <p:sp>
        <p:nvSpPr>
          <p:cNvPr id="48" name="Google Shape;48;p10"/>
          <p:cNvSpPr txBox="1"/>
          <p:nvPr>
            <p:ph idx="1" type="subTitle"/>
          </p:nvPr>
        </p:nvSpPr>
        <p:spPr>
          <a:xfrm>
            <a:off x="239375" y="702150"/>
            <a:ext cx="6319500" cy="437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006DAF"/>
              </a:buClr>
              <a:buSzPts val="2500"/>
              <a:buFont typeface="Montserrat Medium"/>
              <a:buNone/>
              <a:defRPr sz="2500">
                <a:solidFill>
                  <a:srgbClr val="006DAF"/>
                </a:solidFill>
                <a:latin typeface="Montserrat Medium"/>
                <a:ea typeface="Montserrat Medium"/>
                <a:cs typeface="Montserrat Medium"/>
                <a:sym typeface="Montserrat Medium"/>
              </a:defRPr>
            </a:lvl1pPr>
            <a:lvl2pPr lvl="1">
              <a:spcBef>
                <a:spcPts val="0"/>
              </a:spcBef>
              <a:spcAft>
                <a:spcPts val="0"/>
              </a:spcAft>
              <a:buClr>
                <a:srgbClr val="006DAF"/>
              </a:buClr>
              <a:buSzPts val="1400"/>
              <a:buNone/>
              <a:defRPr>
                <a:solidFill>
                  <a:srgbClr val="006DAF"/>
                </a:solidFill>
              </a:defRPr>
            </a:lvl2pPr>
            <a:lvl3pPr lvl="2">
              <a:spcBef>
                <a:spcPts val="0"/>
              </a:spcBef>
              <a:spcAft>
                <a:spcPts val="0"/>
              </a:spcAft>
              <a:buClr>
                <a:srgbClr val="006DAF"/>
              </a:buClr>
              <a:buSzPts val="1400"/>
              <a:buNone/>
              <a:defRPr>
                <a:solidFill>
                  <a:srgbClr val="006DAF"/>
                </a:solidFill>
              </a:defRPr>
            </a:lvl3pPr>
            <a:lvl4pPr lvl="3">
              <a:spcBef>
                <a:spcPts val="0"/>
              </a:spcBef>
              <a:spcAft>
                <a:spcPts val="0"/>
              </a:spcAft>
              <a:buClr>
                <a:srgbClr val="006DAF"/>
              </a:buClr>
              <a:buSzPts val="1400"/>
              <a:buNone/>
              <a:defRPr>
                <a:solidFill>
                  <a:srgbClr val="006DAF"/>
                </a:solidFill>
              </a:defRPr>
            </a:lvl4pPr>
            <a:lvl5pPr lvl="4">
              <a:spcBef>
                <a:spcPts val="0"/>
              </a:spcBef>
              <a:spcAft>
                <a:spcPts val="0"/>
              </a:spcAft>
              <a:buClr>
                <a:srgbClr val="006DAF"/>
              </a:buClr>
              <a:buSzPts val="1400"/>
              <a:buNone/>
              <a:defRPr>
                <a:solidFill>
                  <a:srgbClr val="006DAF"/>
                </a:solidFill>
              </a:defRPr>
            </a:lvl5pPr>
            <a:lvl6pPr lvl="5">
              <a:spcBef>
                <a:spcPts val="0"/>
              </a:spcBef>
              <a:spcAft>
                <a:spcPts val="0"/>
              </a:spcAft>
              <a:buClr>
                <a:srgbClr val="006DAF"/>
              </a:buClr>
              <a:buSzPts val="1400"/>
              <a:buNone/>
              <a:defRPr>
                <a:solidFill>
                  <a:srgbClr val="006DAF"/>
                </a:solidFill>
              </a:defRPr>
            </a:lvl6pPr>
            <a:lvl7pPr lvl="6">
              <a:spcBef>
                <a:spcPts val="0"/>
              </a:spcBef>
              <a:spcAft>
                <a:spcPts val="0"/>
              </a:spcAft>
              <a:buClr>
                <a:srgbClr val="006DAF"/>
              </a:buClr>
              <a:buSzPts val="1400"/>
              <a:buNone/>
              <a:defRPr>
                <a:solidFill>
                  <a:srgbClr val="006DAF"/>
                </a:solidFill>
              </a:defRPr>
            </a:lvl7pPr>
            <a:lvl8pPr lvl="7">
              <a:spcBef>
                <a:spcPts val="0"/>
              </a:spcBef>
              <a:spcAft>
                <a:spcPts val="0"/>
              </a:spcAft>
              <a:buClr>
                <a:srgbClr val="006DAF"/>
              </a:buClr>
              <a:buSzPts val="1400"/>
              <a:buNone/>
              <a:defRPr>
                <a:solidFill>
                  <a:srgbClr val="006DAF"/>
                </a:solidFill>
              </a:defRPr>
            </a:lvl8pPr>
            <a:lvl9pPr lvl="8">
              <a:spcBef>
                <a:spcPts val="0"/>
              </a:spcBef>
              <a:spcAft>
                <a:spcPts val="0"/>
              </a:spcAft>
              <a:buClr>
                <a:srgbClr val="006DAF"/>
              </a:buClr>
              <a:buSzPts val="1400"/>
              <a:buNone/>
              <a:defRPr>
                <a:solidFill>
                  <a:srgbClr val="006DAF"/>
                </a:solidFill>
              </a:defRPr>
            </a:lvl9pPr>
          </a:lstStyle>
          <a:p/>
        </p:txBody>
      </p:sp>
      <p:pic>
        <p:nvPicPr>
          <p:cNvPr id="49" name="Google Shape;49;p10"/>
          <p:cNvPicPr preferRelativeResize="0"/>
          <p:nvPr/>
        </p:nvPicPr>
        <p:blipFill rotWithShape="1">
          <a:blip r:embed="rId3">
            <a:alphaModFix/>
          </a:blip>
          <a:srcRect b="0" l="36212" r="57" t="84436"/>
          <a:stretch/>
        </p:blipFill>
        <p:spPr>
          <a:xfrm>
            <a:off x="0" y="5013325"/>
            <a:ext cx="9144000" cy="130175"/>
          </a:xfrm>
          <a:prstGeom prst="rect">
            <a:avLst/>
          </a:prstGeom>
          <a:noFill/>
          <a:ln>
            <a:noFill/>
          </a:ln>
        </p:spPr>
      </p:pic>
      <p:sp>
        <p:nvSpPr>
          <p:cNvPr id="50" name="Google Shape;50;p10"/>
          <p:cNvSpPr txBox="1"/>
          <p:nvPr/>
        </p:nvSpPr>
        <p:spPr>
          <a:xfrm>
            <a:off x="248675" y="383000"/>
            <a:ext cx="6319500" cy="3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500">
                <a:solidFill>
                  <a:srgbClr val="434343"/>
                </a:solidFill>
                <a:latin typeface="Muli"/>
                <a:ea typeface="Muli"/>
                <a:cs typeface="Muli"/>
                <a:sym typeface="Muli"/>
              </a:rPr>
              <a:t>Recap</a:t>
            </a:r>
            <a:endParaRPr sz="1500">
              <a:solidFill>
                <a:srgbClr val="434343"/>
              </a:solidFill>
              <a:latin typeface="Muli"/>
              <a:ea typeface="Muli"/>
              <a:cs typeface="Muli"/>
              <a:sym typeface="Muli"/>
            </a:endParaRPr>
          </a:p>
        </p:txBody>
      </p:sp>
    </p:spTree>
  </p:cSld>
  <p:clrMapOvr>
    <a:masterClrMapping/>
  </p:clrMapOvr>
  <p:extLst>
    <p:ext uri="{DCECCB84-F9BA-43D5-87BE-67443E8EF086}">
      <p15:sldGuideLst>
        <p15:guide id="1" pos="4143">
          <p15:clr>
            <a:srgbClr val="E46962"/>
          </p15:clr>
        </p15:guide>
        <p15:guide id="2" orient="horz" pos="901">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type="twoColTx">
  <p:cSld name="TITLE_AND_TWO_COLUMNS">
    <p:spTree>
      <p:nvGrpSpPr>
        <p:cNvPr id="51" name="Shape 51"/>
        <p:cNvGrpSpPr/>
        <p:nvPr/>
      </p:nvGrpSpPr>
      <p:grpSpPr>
        <a:xfrm>
          <a:off x="0" y="0"/>
          <a:ext cx="0" cy="0"/>
          <a:chOff x="0" y="0"/>
          <a:chExt cx="0" cy="0"/>
        </a:xfrm>
      </p:grpSpPr>
      <p:pic>
        <p:nvPicPr>
          <p:cNvPr id="52" name="Google Shape;52;p11"/>
          <p:cNvPicPr preferRelativeResize="0"/>
          <p:nvPr/>
        </p:nvPicPr>
        <p:blipFill>
          <a:blip r:embed="rId2">
            <a:alphaModFix/>
          </a:blip>
          <a:stretch>
            <a:fillRect/>
          </a:stretch>
        </p:blipFill>
        <p:spPr>
          <a:xfrm>
            <a:off x="0" y="0"/>
            <a:ext cx="9144018" cy="5143501"/>
          </a:xfrm>
          <a:prstGeom prst="rect">
            <a:avLst/>
          </a:prstGeom>
          <a:noFill/>
          <a:ln>
            <a:noFill/>
          </a:ln>
        </p:spPr>
      </p:pic>
      <p:sp>
        <p:nvSpPr>
          <p:cNvPr id="53" name="Google Shape;53;p11"/>
          <p:cNvSpPr txBox="1"/>
          <p:nvPr/>
        </p:nvSpPr>
        <p:spPr>
          <a:xfrm>
            <a:off x="2287350" y="3411025"/>
            <a:ext cx="4569300" cy="785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US" sz="5300">
                <a:solidFill>
                  <a:srgbClr val="FFFFFF"/>
                </a:solidFill>
                <a:latin typeface="Montserrat"/>
                <a:ea typeface="Montserrat"/>
                <a:cs typeface="Montserrat"/>
                <a:sym typeface="Montserrat"/>
              </a:rPr>
              <a:t>THANK YOU</a:t>
            </a:r>
            <a:endParaRPr b="1" sz="4300">
              <a:solidFill>
                <a:srgbClr val="FFFFFF"/>
              </a:solidFill>
            </a:endParaRPr>
          </a:p>
        </p:txBody>
      </p:sp>
      <p:pic>
        <p:nvPicPr>
          <p:cNvPr id="54" name="Google Shape;54;p11"/>
          <p:cNvPicPr preferRelativeResize="0"/>
          <p:nvPr/>
        </p:nvPicPr>
        <p:blipFill>
          <a:blip r:embed="rId3">
            <a:alphaModFix/>
          </a:blip>
          <a:stretch>
            <a:fillRect/>
          </a:stretch>
        </p:blipFill>
        <p:spPr>
          <a:xfrm>
            <a:off x="3325400" y="830300"/>
            <a:ext cx="3043374" cy="1462224"/>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l the best" type="titleOnly">
  <p:cSld name="TITLE_ONLY">
    <p:spTree>
      <p:nvGrpSpPr>
        <p:cNvPr id="55" name="Shape 55"/>
        <p:cNvGrpSpPr/>
        <p:nvPr/>
      </p:nvGrpSpPr>
      <p:grpSpPr>
        <a:xfrm>
          <a:off x="0" y="0"/>
          <a:ext cx="0" cy="0"/>
          <a:chOff x="0" y="0"/>
          <a:chExt cx="0" cy="0"/>
        </a:xfrm>
      </p:grpSpPr>
      <p:pic>
        <p:nvPicPr>
          <p:cNvPr id="56" name="Google Shape;56;p12"/>
          <p:cNvPicPr preferRelativeResize="0"/>
          <p:nvPr/>
        </p:nvPicPr>
        <p:blipFill>
          <a:blip r:embed="rId2">
            <a:alphaModFix/>
          </a:blip>
          <a:stretch>
            <a:fillRect/>
          </a:stretch>
        </p:blipFill>
        <p:spPr>
          <a:xfrm>
            <a:off x="0" y="0"/>
            <a:ext cx="9144018" cy="5143501"/>
          </a:xfrm>
          <a:prstGeom prst="rect">
            <a:avLst/>
          </a:prstGeom>
          <a:noFill/>
          <a:ln>
            <a:noFill/>
          </a:ln>
        </p:spPr>
      </p:pic>
      <p:sp>
        <p:nvSpPr>
          <p:cNvPr id="57" name="Google Shape;57;p12"/>
          <p:cNvSpPr txBox="1"/>
          <p:nvPr/>
        </p:nvSpPr>
        <p:spPr>
          <a:xfrm>
            <a:off x="1993650" y="3411025"/>
            <a:ext cx="5156700" cy="785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US" sz="5300">
                <a:solidFill>
                  <a:srgbClr val="FFFFFF"/>
                </a:solidFill>
                <a:latin typeface="Montserrat"/>
                <a:ea typeface="Montserrat"/>
                <a:cs typeface="Montserrat"/>
                <a:sym typeface="Montserrat"/>
              </a:rPr>
              <a:t>ALL THE BEST</a:t>
            </a:r>
            <a:endParaRPr b="1" sz="4300">
              <a:solidFill>
                <a:srgbClr val="FFFFFF"/>
              </a:solidFill>
            </a:endParaRPr>
          </a:p>
        </p:txBody>
      </p:sp>
      <p:pic>
        <p:nvPicPr>
          <p:cNvPr id="58" name="Google Shape;58;p12"/>
          <p:cNvPicPr preferRelativeResize="0"/>
          <p:nvPr/>
        </p:nvPicPr>
        <p:blipFill>
          <a:blip r:embed="rId3">
            <a:alphaModFix/>
          </a:blip>
          <a:stretch>
            <a:fillRect/>
          </a:stretch>
        </p:blipFill>
        <p:spPr>
          <a:xfrm>
            <a:off x="3325400" y="830300"/>
            <a:ext cx="3043374" cy="1462224"/>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9" name="Shape 59"/>
        <p:cNvGrpSpPr/>
        <p:nvPr/>
      </p:nvGrpSpPr>
      <p:grpSpPr>
        <a:xfrm>
          <a:off x="0" y="0"/>
          <a:ext cx="0" cy="0"/>
          <a:chOff x="0" y="0"/>
          <a:chExt cx="0" cy="0"/>
        </a:xfrm>
      </p:grpSpPr>
      <p:pic>
        <p:nvPicPr>
          <p:cNvPr id="60" name="Google Shape;60;p13"/>
          <p:cNvPicPr preferRelativeResize="0"/>
          <p:nvPr/>
        </p:nvPicPr>
        <p:blipFill rotWithShape="1">
          <a:blip r:embed="rId2">
            <a:alphaModFix/>
          </a:blip>
          <a:srcRect b="0" l="0" r="0" t="0"/>
          <a:stretch/>
        </p:blipFill>
        <p:spPr>
          <a:xfrm>
            <a:off x="0" y="332175"/>
            <a:ext cx="174225" cy="807700"/>
          </a:xfrm>
          <a:prstGeom prst="rect">
            <a:avLst/>
          </a:prstGeom>
          <a:noFill/>
          <a:ln>
            <a:noFill/>
          </a:ln>
        </p:spPr>
      </p:pic>
      <p:sp>
        <p:nvSpPr>
          <p:cNvPr id="61" name="Google Shape;61;p13"/>
          <p:cNvSpPr txBox="1"/>
          <p:nvPr>
            <p:ph type="title"/>
          </p:nvPr>
        </p:nvSpPr>
        <p:spPr>
          <a:xfrm>
            <a:off x="248675" y="383000"/>
            <a:ext cx="6319500" cy="3033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424242"/>
              </a:buClr>
              <a:buSzPts val="1500"/>
              <a:buFont typeface="Muli"/>
              <a:buNone/>
              <a:defRPr sz="1500">
                <a:solidFill>
                  <a:srgbClr val="424242"/>
                </a:solidFill>
                <a:latin typeface="Muli"/>
                <a:ea typeface="Muli"/>
                <a:cs typeface="Muli"/>
                <a:sym typeface="Mul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3"/>
          <p:cNvSpPr txBox="1"/>
          <p:nvPr>
            <p:ph idx="1" type="subTitle"/>
          </p:nvPr>
        </p:nvSpPr>
        <p:spPr>
          <a:xfrm>
            <a:off x="239375" y="702150"/>
            <a:ext cx="6319500" cy="437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006DAF"/>
              </a:buClr>
              <a:buSzPts val="2500"/>
              <a:buFont typeface="Montserrat Medium"/>
              <a:buNone/>
              <a:defRPr sz="2500">
                <a:solidFill>
                  <a:srgbClr val="006DAF"/>
                </a:solidFill>
                <a:latin typeface="Montserrat Medium"/>
                <a:ea typeface="Montserrat Medium"/>
                <a:cs typeface="Montserrat Medium"/>
                <a:sym typeface="Montserrat Medium"/>
              </a:defRPr>
            </a:lvl1pPr>
            <a:lvl2pPr lvl="1">
              <a:spcBef>
                <a:spcPts val="0"/>
              </a:spcBef>
              <a:spcAft>
                <a:spcPts val="0"/>
              </a:spcAft>
              <a:buClr>
                <a:srgbClr val="006DAF"/>
              </a:buClr>
              <a:buSzPts val="1400"/>
              <a:buNone/>
              <a:defRPr>
                <a:solidFill>
                  <a:srgbClr val="006DAF"/>
                </a:solidFill>
              </a:defRPr>
            </a:lvl2pPr>
            <a:lvl3pPr lvl="2">
              <a:spcBef>
                <a:spcPts val="0"/>
              </a:spcBef>
              <a:spcAft>
                <a:spcPts val="0"/>
              </a:spcAft>
              <a:buClr>
                <a:srgbClr val="006DAF"/>
              </a:buClr>
              <a:buSzPts val="1400"/>
              <a:buNone/>
              <a:defRPr>
                <a:solidFill>
                  <a:srgbClr val="006DAF"/>
                </a:solidFill>
              </a:defRPr>
            </a:lvl3pPr>
            <a:lvl4pPr lvl="3">
              <a:spcBef>
                <a:spcPts val="0"/>
              </a:spcBef>
              <a:spcAft>
                <a:spcPts val="0"/>
              </a:spcAft>
              <a:buClr>
                <a:srgbClr val="006DAF"/>
              </a:buClr>
              <a:buSzPts val="1400"/>
              <a:buNone/>
              <a:defRPr>
                <a:solidFill>
                  <a:srgbClr val="006DAF"/>
                </a:solidFill>
              </a:defRPr>
            </a:lvl4pPr>
            <a:lvl5pPr lvl="4">
              <a:spcBef>
                <a:spcPts val="0"/>
              </a:spcBef>
              <a:spcAft>
                <a:spcPts val="0"/>
              </a:spcAft>
              <a:buClr>
                <a:srgbClr val="006DAF"/>
              </a:buClr>
              <a:buSzPts val="1400"/>
              <a:buNone/>
              <a:defRPr>
                <a:solidFill>
                  <a:srgbClr val="006DAF"/>
                </a:solidFill>
              </a:defRPr>
            </a:lvl5pPr>
            <a:lvl6pPr lvl="5">
              <a:spcBef>
                <a:spcPts val="0"/>
              </a:spcBef>
              <a:spcAft>
                <a:spcPts val="0"/>
              </a:spcAft>
              <a:buClr>
                <a:srgbClr val="006DAF"/>
              </a:buClr>
              <a:buSzPts val="1400"/>
              <a:buNone/>
              <a:defRPr>
                <a:solidFill>
                  <a:srgbClr val="006DAF"/>
                </a:solidFill>
              </a:defRPr>
            </a:lvl6pPr>
            <a:lvl7pPr lvl="6">
              <a:spcBef>
                <a:spcPts val="0"/>
              </a:spcBef>
              <a:spcAft>
                <a:spcPts val="0"/>
              </a:spcAft>
              <a:buClr>
                <a:srgbClr val="006DAF"/>
              </a:buClr>
              <a:buSzPts val="1400"/>
              <a:buNone/>
              <a:defRPr>
                <a:solidFill>
                  <a:srgbClr val="006DAF"/>
                </a:solidFill>
              </a:defRPr>
            </a:lvl7pPr>
            <a:lvl8pPr lvl="7">
              <a:spcBef>
                <a:spcPts val="0"/>
              </a:spcBef>
              <a:spcAft>
                <a:spcPts val="0"/>
              </a:spcAft>
              <a:buClr>
                <a:srgbClr val="006DAF"/>
              </a:buClr>
              <a:buSzPts val="1400"/>
              <a:buNone/>
              <a:defRPr>
                <a:solidFill>
                  <a:srgbClr val="006DAF"/>
                </a:solidFill>
              </a:defRPr>
            </a:lvl8pPr>
            <a:lvl9pPr lvl="8">
              <a:spcBef>
                <a:spcPts val="0"/>
              </a:spcBef>
              <a:spcAft>
                <a:spcPts val="0"/>
              </a:spcAft>
              <a:buClr>
                <a:srgbClr val="006DAF"/>
              </a:buClr>
              <a:buSzPts val="1400"/>
              <a:buNone/>
              <a:defRPr>
                <a:solidFill>
                  <a:srgbClr val="006DAF"/>
                </a:solidFill>
              </a:defRPr>
            </a:lvl9pPr>
          </a:lstStyle>
          <a:p/>
        </p:txBody>
      </p:sp>
      <p:sp>
        <p:nvSpPr>
          <p:cNvPr id="63" name="Google Shape;63;p13"/>
          <p:cNvSpPr txBox="1"/>
          <p:nvPr>
            <p:ph idx="2" type="body"/>
          </p:nvPr>
        </p:nvSpPr>
        <p:spPr>
          <a:xfrm>
            <a:off x="898175" y="1428863"/>
            <a:ext cx="3768300" cy="2841900"/>
          </a:xfrm>
          <a:prstGeom prst="rect">
            <a:avLst/>
          </a:prstGeom>
          <a:noFill/>
          <a:ln>
            <a:noFill/>
          </a:ln>
        </p:spPr>
        <p:txBody>
          <a:bodyPr anchorCtr="0" anchor="t" bIns="91425" lIns="91425" spcFirstLastPara="1" rIns="91425" wrap="square" tIns="91425">
            <a:noAutofit/>
          </a:bodyPr>
          <a:lstStyle>
            <a:lvl1pPr indent="-342900" lvl="0" marL="457200">
              <a:spcBef>
                <a:spcPts val="0"/>
              </a:spcBef>
              <a:spcAft>
                <a:spcPts val="0"/>
              </a:spcAft>
              <a:buClr>
                <a:srgbClr val="666666"/>
              </a:buClr>
              <a:buSzPts val="1800"/>
              <a:buFont typeface="Montserrat"/>
              <a:buChar char="●"/>
              <a:defRPr sz="1800">
                <a:solidFill>
                  <a:srgbClr val="666666"/>
                </a:solidFill>
                <a:latin typeface="Montserrat"/>
                <a:ea typeface="Montserrat"/>
                <a:cs typeface="Montserrat"/>
                <a:sym typeface="Montserrat"/>
              </a:defRPr>
            </a:lvl1pPr>
            <a:lvl2pPr indent="-342900" lvl="1" marL="914400">
              <a:spcBef>
                <a:spcPts val="0"/>
              </a:spcBef>
              <a:spcAft>
                <a:spcPts val="0"/>
              </a:spcAft>
              <a:buClr>
                <a:srgbClr val="666666"/>
              </a:buClr>
              <a:buSzPts val="1800"/>
              <a:buFont typeface="Montserrat"/>
              <a:buChar char="○"/>
              <a:defRPr sz="1800">
                <a:solidFill>
                  <a:srgbClr val="666666"/>
                </a:solidFill>
                <a:latin typeface="Montserrat"/>
                <a:ea typeface="Montserrat"/>
                <a:cs typeface="Montserrat"/>
                <a:sym typeface="Montserrat"/>
              </a:defRPr>
            </a:lvl2pPr>
            <a:lvl3pPr indent="-342900" lvl="2" marL="1371600">
              <a:spcBef>
                <a:spcPts val="0"/>
              </a:spcBef>
              <a:spcAft>
                <a:spcPts val="0"/>
              </a:spcAft>
              <a:buClr>
                <a:srgbClr val="666666"/>
              </a:buClr>
              <a:buSzPts val="1800"/>
              <a:buFont typeface="Montserrat"/>
              <a:buChar char="■"/>
              <a:defRPr sz="1800">
                <a:solidFill>
                  <a:srgbClr val="666666"/>
                </a:solidFill>
                <a:latin typeface="Montserrat"/>
                <a:ea typeface="Montserrat"/>
                <a:cs typeface="Montserrat"/>
                <a:sym typeface="Montserrat"/>
              </a:defRPr>
            </a:lvl3pPr>
            <a:lvl4pPr indent="-342900" lvl="3" marL="1828800">
              <a:spcBef>
                <a:spcPts val="0"/>
              </a:spcBef>
              <a:spcAft>
                <a:spcPts val="0"/>
              </a:spcAft>
              <a:buClr>
                <a:srgbClr val="666666"/>
              </a:buClr>
              <a:buSzPts val="1800"/>
              <a:buFont typeface="Montserrat"/>
              <a:buChar char="●"/>
              <a:defRPr sz="1800">
                <a:solidFill>
                  <a:srgbClr val="666666"/>
                </a:solidFill>
                <a:latin typeface="Montserrat"/>
                <a:ea typeface="Montserrat"/>
                <a:cs typeface="Montserrat"/>
                <a:sym typeface="Montserrat"/>
              </a:defRPr>
            </a:lvl4pPr>
            <a:lvl5pPr indent="-342900" lvl="4" marL="2286000">
              <a:spcBef>
                <a:spcPts val="0"/>
              </a:spcBef>
              <a:spcAft>
                <a:spcPts val="0"/>
              </a:spcAft>
              <a:buClr>
                <a:srgbClr val="666666"/>
              </a:buClr>
              <a:buSzPts val="1800"/>
              <a:buFont typeface="Montserrat"/>
              <a:buChar char="○"/>
              <a:defRPr sz="1800">
                <a:solidFill>
                  <a:srgbClr val="666666"/>
                </a:solidFill>
                <a:latin typeface="Montserrat"/>
                <a:ea typeface="Montserrat"/>
                <a:cs typeface="Montserrat"/>
                <a:sym typeface="Montserrat"/>
              </a:defRPr>
            </a:lvl5pPr>
            <a:lvl6pPr indent="-342900" lvl="5" marL="2743200">
              <a:spcBef>
                <a:spcPts val="0"/>
              </a:spcBef>
              <a:spcAft>
                <a:spcPts val="0"/>
              </a:spcAft>
              <a:buClr>
                <a:srgbClr val="666666"/>
              </a:buClr>
              <a:buSzPts val="1800"/>
              <a:buFont typeface="Montserrat"/>
              <a:buChar char="■"/>
              <a:defRPr sz="1800">
                <a:solidFill>
                  <a:srgbClr val="666666"/>
                </a:solidFill>
                <a:latin typeface="Montserrat"/>
                <a:ea typeface="Montserrat"/>
                <a:cs typeface="Montserrat"/>
                <a:sym typeface="Montserrat"/>
              </a:defRPr>
            </a:lvl6pPr>
            <a:lvl7pPr indent="-342900" lvl="6" marL="3200400">
              <a:spcBef>
                <a:spcPts val="0"/>
              </a:spcBef>
              <a:spcAft>
                <a:spcPts val="0"/>
              </a:spcAft>
              <a:buClr>
                <a:srgbClr val="666666"/>
              </a:buClr>
              <a:buSzPts val="1800"/>
              <a:buFont typeface="Montserrat"/>
              <a:buChar char="●"/>
              <a:defRPr sz="1800">
                <a:solidFill>
                  <a:srgbClr val="666666"/>
                </a:solidFill>
                <a:latin typeface="Montserrat"/>
                <a:ea typeface="Montserrat"/>
                <a:cs typeface="Montserrat"/>
                <a:sym typeface="Montserrat"/>
              </a:defRPr>
            </a:lvl7pPr>
            <a:lvl8pPr indent="-342900" lvl="7" marL="3657600">
              <a:spcBef>
                <a:spcPts val="0"/>
              </a:spcBef>
              <a:spcAft>
                <a:spcPts val="0"/>
              </a:spcAft>
              <a:buClr>
                <a:srgbClr val="666666"/>
              </a:buClr>
              <a:buSzPts val="1800"/>
              <a:buFont typeface="Montserrat"/>
              <a:buChar char="○"/>
              <a:defRPr sz="1800">
                <a:solidFill>
                  <a:srgbClr val="666666"/>
                </a:solidFill>
                <a:latin typeface="Montserrat"/>
                <a:ea typeface="Montserrat"/>
                <a:cs typeface="Montserrat"/>
                <a:sym typeface="Montserrat"/>
              </a:defRPr>
            </a:lvl8pPr>
            <a:lvl9pPr indent="-342900" lvl="8" marL="4114800">
              <a:spcBef>
                <a:spcPts val="0"/>
              </a:spcBef>
              <a:spcAft>
                <a:spcPts val="0"/>
              </a:spcAft>
              <a:buClr>
                <a:srgbClr val="666666"/>
              </a:buClr>
              <a:buSzPts val="1800"/>
              <a:buFont typeface="Montserrat"/>
              <a:buChar char="■"/>
              <a:defRPr sz="1800">
                <a:solidFill>
                  <a:srgbClr val="666666"/>
                </a:solidFill>
                <a:latin typeface="Montserrat"/>
                <a:ea typeface="Montserrat"/>
                <a:cs typeface="Montserrat"/>
                <a:sym typeface="Montserrat"/>
              </a:defRPr>
            </a:lvl9pPr>
          </a:lstStyle>
          <a:p/>
        </p:txBody>
      </p:sp>
      <p:pic>
        <p:nvPicPr>
          <p:cNvPr id="64" name="Google Shape;64;p13"/>
          <p:cNvPicPr preferRelativeResize="0"/>
          <p:nvPr/>
        </p:nvPicPr>
        <p:blipFill rotWithShape="1">
          <a:blip r:embed="rId3">
            <a:alphaModFix/>
          </a:blip>
          <a:srcRect b="0" l="36210" r="64" t="84436"/>
          <a:stretch/>
        </p:blipFill>
        <p:spPr>
          <a:xfrm>
            <a:off x="0" y="5013325"/>
            <a:ext cx="9144000" cy="130175"/>
          </a:xfrm>
          <a:prstGeom prst="rect">
            <a:avLst/>
          </a:prstGeom>
          <a:noFill/>
          <a:ln>
            <a:noFill/>
          </a:ln>
        </p:spPr>
      </p:pic>
    </p:spTree>
  </p:cSld>
  <p:clrMapOvr>
    <a:masterClrMapping/>
  </p:clrMapOvr>
  <p:extLst>
    <p:ext uri="{DCECCB84-F9BA-43D5-87BE-67443E8EF086}">
      <p15:sldGuideLst>
        <p15:guide id="1" pos="4143">
          <p15:clr>
            <a:srgbClr val="E46962"/>
          </p15:clr>
        </p15:guide>
        <p15:guide id="2" orient="horz" pos="900">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actice">
  <p:cSld name="SECTION_TITLE_AND_DESCRIPTION_1_2">
    <p:spTree>
      <p:nvGrpSpPr>
        <p:cNvPr id="65" name="Shape 65"/>
        <p:cNvGrpSpPr/>
        <p:nvPr/>
      </p:nvGrpSpPr>
      <p:grpSpPr>
        <a:xfrm>
          <a:off x="0" y="0"/>
          <a:ext cx="0" cy="0"/>
          <a:chOff x="0" y="0"/>
          <a:chExt cx="0" cy="0"/>
        </a:xfrm>
      </p:grpSpPr>
      <p:pic>
        <p:nvPicPr>
          <p:cNvPr id="66" name="Google Shape;66;p14"/>
          <p:cNvPicPr preferRelativeResize="0"/>
          <p:nvPr/>
        </p:nvPicPr>
        <p:blipFill rotWithShape="1">
          <a:blip r:embed="rId2">
            <a:alphaModFix/>
          </a:blip>
          <a:srcRect b="0" l="317" r="516" t="1429"/>
          <a:stretch/>
        </p:blipFill>
        <p:spPr>
          <a:xfrm>
            <a:off x="0" y="0"/>
            <a:ext cx="9144000" cy="5112202"/>
          </a:xfrm>
          <a:prstGeom prst="rect">
            <a:avLst/>
          </a:prstGeom>
          <a:noFill/>
          <a:ln>
            <a:noFill/>
          </a:ln>
        </p:spPr>
      </p:pic>
      <p:sp>
        <p:nvSpPr>
          <p:cNvPr id="67" name="Google Shape;67;p14"/>
          <p:cNvSpPr txBox="1"/>
          <p:nvPr/>
        </p:nvSpPr>
        <p:spPr>
          <a:xfrm>
            <a:off x="1051800" y="1163276"/>
            <a:ext cx="7040400" cy="12579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0"/>
              </a:spcBef>
              <a:spcAft>
                <a:spcPts val="0"/>
              </a:spcAft>
              <a:buNone/>
            </a:pPr>
            <a:r>
              <a:rPr lang="en-US" sz="3600">
                <a:solidFill>
                  <a:srgbClr val="006DAF"/>
                </a:solidFill>
                <a:latin typeface="Montserrat Medium"/>
                <a:ea typeface="Montserrat Medium"/>
                <a:cs typeface="Montserrat Medium"/>
                <a:sym typeface="Montserrat Medium"/>
              </a:rPr>
              <a:t>Practice</a:t>
            </a:r>
            <a:endParaRPr sz="3600">
              <a:solidFill>
                <a:srgbClr val="006DAF"/>
              </a:solidFill>
              <a:latin typeface="Montserrat SemiBold"/>
              <a:ea typeface="Montserrat SemiBold"/>
              <a:cs typeface="Montserrat SemiBold"/>
              <a:sym typeface="Montserrat SemiBold"/>
            </a:endParaRPr>
          </a:p>
        </p:txBody>
      </p:sp>
      <p:pic>
        <p:nvPicPr>
          <p:cNvPr id="68" name="Google Shape;68;p14"/>
          <p:cNvPicPr preferRelativeResize="0"/>
          <p:nvPr/>
        </p:nvPicPr>
        <p:blipFill rotWithShape="1">
          <a:blip r:embed="rId3">
            <a:alphaModFix/>
          </a:blip>
          <a:srcRect b="0" l="0" r="0" t="0"/>
          <a:stretch/>
        </p:blipFill>
        <p:spPr>
          <a:xfrm>
            <a:off x="2495663" y="2034114"/>
            <a:ext cx="4152675" cy="2125325"/>
          </a:xfrm>
          <a:prstGeom prst="rect">
            <a:avLst/>
          </a:prstGeom>
          <a:noFill/>
          <a:ln>
            <a:noFill/>
          </a:ln>
        </p:spPr>
      </p:pic>
      <p:pic>
        <p:nvPicPr>
          <p:cNvPr id="69" name="Google Shape;69;p14"/>
          <p:cNvPicPr preferRelativeResize="0"/>
          <p:nvPr/>
        </p:nvPicPr>
        <p:blipFill rotWithShape="1">
          <a:blip r:embed="rId4">
            <a:alphaModFix/>
          </a:blip>
          <a:srcRect b="0" l="36212" r="57" t="84436"/>
          <a:stretch/>
        </p:blipFill>
        <p:spPr>
          <a:xfrm>
            <a:off x="0" y="5013325"/>
            <a:ext cx="9144000" cy="1301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ith Image">
  <p:cSld name="SECTION_TITLE_AND_DESCRIPTION_1_1">
    <p:spTree>
      <p:nvGrpSpPr>
        <p:cNvPr id="70" name="Shape 70"/>
        <p:cNvGrpSpPr/>
        <p:nvPr/>
      </p:nvGrpSpPr>
      <p:grpSpPr>
        <a:xfrm>
          <a:off x="0" y="0"/>
          <a:ext cx="0" cy="0"/>
          <a:chOff x="0" y="0"/>
          <a:chExt cx="0" cy="0"/>
        </a:xfrm>
      </p:grpSpPr>
      <p:pic>
        <p:nvPicPr>
          <p:cNvPr id="71" name="Google Shape;71;p15"/>
          <p:cNvPicPr preferRelativeResize="0"/>
          <p:nvPr/>
        </p:nvPicPr>
        <p:blipFill rotWithShape="1">
          <a:blip r:embed="rId2">
            <a:alphaModFix/>
          </a:blip>
          <a:srcRect b="0" l="317" r="516" t="1429"/>
          <a:stretch/>
        </p:blipFill>
        <p:spPr>
          <a:xfrm>
            <a:off x="0" y="0"/>
            <a:ext cx="9144000" cy="5112202"/>
          </a:xfrm>
          <a:prstGeom prst="rect">
            <a:avLst/>
          </a:prstGeom>
          <a:noFill/>
          <a:ln>
            <a:noFill/>
          </a:ln>
        </p:spPr>
      </p:pic>
      <p:sp>
        <p:nvSpPr>
          <p:cNvPr id="72" name="Google Shape;72;p15"/>
          <p:cNvSpPr txBox="1"/>
          <p:nvPr>
            <p:ph type="title"/>
          </p:nvPr>
        </p:nvSpPr>
        <p:spPr>
          <a:xfrm>
            <a:off x="1410150" y="2164500"/>
            <a:ext cx="6323700" cy="814500"/>
          </a:xfrm>
          <a:prstGeom prst="rect">
            <a:avLst/>
          </a:prstGeom>
          <a:noFill/>
          <a:ln>
            <a:noFill/>
          </a:ln>
        </p:spPr>
        <p:txBody>
          <a:bodyPr anchorCtr="0" anchor="ctr" bIns="91425" lIns="91425" spcFirstLastPara="1" rIns="91425" wrap="square" tIns="91425">
            <a:noAutofit/>
          </a:bodyPr>
          <a:lstStyle>
            <a:lvl1pPr indent="0" lvl="0" marL="0" marR="0" algn="ctr">
              <a:lnSpc>
                <a:spcPct val="115000"/>
              </a:lnSpc>
              <a:spcBef>
                <a:spcPts val="0"/>
              </a:spcBef>
              <a:spcAft>
                <a:spcPts val="0"/>
              </a:spcAft>
              <a:buNone/>
              <a:defRPr sz="3000">
                <a:solidFill>
                  <a:srgbClr val="006DAF"/>
                </a:solidFill>
                <a:latin typeface="Montserrat Medium"/>
                <a:ea typeface="Montserrat Medium"/>
                <a:cs typeface="Montserrat Medium"/>
                <a:sym typeface="Montserrat Medium"/>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pic>
        <p:nvPicPr>
          <p:cNvPr id="73" name="Google Shape;73;p15"/>
          <p:cNvPicPr preferRelativeResize="0"/>
          <p:nvPr/>
        </p:nvPicPr>
        <p:blipFill rotWithShape="1">
          <a:blip r:embed="rId3">
            <a:alphaModFix/>
          </a:blip>
          <a:srcRect b="0" l="36210" r="64" t="84436"/>
          <a:stretch/>
        </p:blipFill>
        <p:spPr>
          <a:xfrm>
            <a:off x="0" y="5013325"/>
            <a:ext cx="9144000" cy="1301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edback">
  <p:cSld name="SECTION_TITLE_AND_DESCRIPTION">
    <p:spTree>
      <p:nvGrpSpPr>
        <p:cNvPr id="74" name="Shape 74"/>
        <p:cNvGrpSpPr/>
        <p:nvPr/>
      </p:nvGrpSpPr>
      <p:grpSpPr>
        <a:xfrm>
          <a:off x="0" y="0"/>
          <a:ext cx="0" cy="0"/>
          <a:chOff x="0" y="0"/>
          <a:chExt cx="0" cy="0"/>
        </a:xfrm>
      </p:grpSpPr>
      <p:pic>
        <p:nvPicPr>
          <p:cNvPr id="75" name="Google Shape;75;p16"/>
          <p:cNvPicPr preferRelativeResize="0"/>
          <p:nvPr/>
        </p:nvPicPr>
        <p:blipFill rotWithShape="1">
          <a:blip r:embed="rId2">
            <a:alphaModFix/>
          </a:blip>
          <a:srcRect b="0" l="317" r="516" t="1429"/>
          <a:stretch/>
        </p:blipFill>
        <p:spPr>
          <a:xfrm>
            <a:off x="0" y="0"/>
            <a:ext cx="9144000" cy="5112202"/>
          </a:xfrm>
          <a:prstGeom prst="rect">
            <a:avLst/>
          </a:prstGeom>
          <a:noFill/>
          <a:ln>
            <a:noFill/>
          </a:ln>
        </p:spPr>
      </p:pic>
      <p:sp>
        <p:nvSpPr>
          <p:cNvPr id="76" name="Google Shape;76;p16"/>
          <p:cNvSpPr txBox="1"/>
          <p:nvPr/>
        </p:nvSpPr>
        <p:spPr>
          <a:xfrm>
            <a:off x="1161694" y="2226750"/>
            <a:ext cx="3099900" cy="69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US" sz="4500">
                <a:solidFill>
                  <a:srgbClr val="006DAF"/>
                </a:solidFill>
                <a:latin typeface="Montserrat Medium"/>
                <a:ea typeface="Montserrat Medium"/>
                <a:cs typeface="Montserrat Medium"/>
                <a:sym typeface="Montserrat Medium"/>
              </a:rPr>
              <a:t>Feedback</a:t>
            </a:r>
            <a:endParaRPr sz="4500">
              <a:solidFill>
                <a:srgbClr val="006DAF"/>
              </a:solidFill>
              <a:latin typeface="Montserrat Medium"/>
              <a:ea typeface="Montserrat Medium"/>
              <a:cs typeface="Montserrat Medium"/>
              <a:sym typeface="Montserrat Medium"/>
            </a:endParaRPr>
          </a:p>
        </p:txBody>
      </p:sp>
      <p:pic>
        <p:nvPicPr>
          <p:cNvPr id="77" name="Google Shape;77;p16"/>
          <p:cNvPicPr preferRelativeResize="0"/>
          <p:nvPr/>
        </p:nvPicPr>
        <p:blipFill>
          <a:blip r:embed="rId3">
            <a:alphaModFix/>
          </a:blip>
          <a:stretch>
            <a:fillRect/>
          </a:stretch>
        </p:blipFill>
        <p:spPr>
          <a:xfrm>
            <a:off x="4704082" y="1370700"/>
            <a:ext cx="3278224" cy="2402100"/>
          </a:xfrm>
          <a:prstGeom prst="rect">
            <a:avLst/>
          </a:prstGeom>
          <a:noFill/>
          <a:ln>
            <a:noFill/>
          </a:ln>
        </p:spPr>
      </p:pic>
      <p:pic>
        <p:nvPicPr>
          <p:cNvPr id="78" name="Google Shape;78;p16"/>
          <p:cNvPicPr preferRelativeResize="0"/>
          <p:nvPr/>
        </p:nvPicPr>
        <p:blipFill rotWithShape="1">
          <a:blip r:embed="rId4">
            <a:alphaModFix/>
          </a:blip>
          <a:srcRect b="0" l="36212" r="57" t="84436"/>
          <a:stretch/>
        </p:blipFill>
        <p:spPr>
          <a:xfrm>
            <a:off x="0" y="5013325"/>
            <a:ext cx="9144000" cy="13017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ession">
  <p:cSld name="CAPTION_ONLY">
    <p:spTree>
      <p:nvGrpSpPr>
        <p:cNvPr id="79" name="Shape 79"/>
        <p:cNvGrpSpPr/>
        <p:nvPr/>
      </p:nvGrpSpPr>
      <p:grpSpPr>
        <a:xfrm>
          <a:off x="0" y="0"/>
          <a:ext cx="0" cy="0"/>
          <a:chOff x="0" y="0"/>
          <a:chExt cx="0" cy="0"/>
        </a:xfrm>
      </p:grpSpPr>
      <p:pic>
        <p:nvPicPr>
          <p:cNvPr id="80" name="Google Shape;80;p17"/>
          <p:cNvPicPr preferRelativeResize="0"/>
          <p:nvPr/>
        </p:nvPicPr>
        <p:blipFill rotWithShape="1">
          <a:blip r:embed="rId2">
            <a:alphaModFix/>
          </a:blip>
          <a:srcRect b="0" l="317" r="516" t="1429"/>
          <a:stretch/>
        </p:blipFill>
        <p:spPr>
          <a:xfrm>
            <a:off x="0" y="0"/>
            <a:ext cx="9144000" cy="5112202"/>
          </a:xfrm>
          <a:prstGeom prst="rect">
            <a:avLst/>
          </a:prstGeom>
          <a:noFill/>
          <a:ln>
            <a:noFill/>
          </a:ln>
        </p:spPr>
      </p:pic>
      <p:sp>
        <p:nvSpPr>
          <p:cNvPr id="81" name="Google Shape;81;p17"/>
          <p:cNvSpPr txBox="1"/>
          <p:nvPr>
            <p:ph type="title"/>
          </p:nvPr>
        </p:nvSpPr>
        <p:spPr>
          <a:xfrm>
            <a:off x="1564950" y="2271900"/>
            <a:ext cx="6014100" cy="5997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Clr>
                <a:srgbClr val="006DAF"/>
              </a:buClr>
              <a:buSzPts val="3000"/>
              <a:buFont typeface="Montserrat SemiBold"/>
              <a:buNone/>
              <a:defRPr sz="3000">
                <a:solidFill>
                  <a:srgbClr val="006DAF"/>
                </a:solidFill>
                <a:latin typeface="Montserrat SemiBold"/>
                <a:ea typeface="Montserrat SemiBold"/>
                <a:cs typeface="Montserrat SemiBold"/>
                <a:sym typeface="Montserrat SemiBold"/>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pic>
        <p:nvPicPr>
          <p:cNvPr id="82" name="Google Shape;82;p17"/>
          <p:cNvPicPr preferRelativeResize="0"/>
          <p:nvPr/>
        </p:nvPicPr>
        <p:blipFill rotWithShape="1">
          <a:blip r:embed="rId3">
            <a:alphaModFix/>
          </a:blip>
          <a:srcRect b="0" l="36210" r="64" t="84436"/>
          <a:stretch/>
        </p:blipFill>
        <p:spPr>
          <a:xfrm>
            <a:off x="0" y="5013325"/>
            <a:ext cx="9144000" cy="130175"/>
          </a:xfrm>
          <a:prstGeom prst="rect">
            <a:avLst/>
          </a:prstGeom>
          <a:noFill/>
          <a:ln>
            <a:noFill/>
          </a:ln>
        </p:spPr>
      </p:pic>
      <p:sp>
        <p:nvSpPr>
          <p:cNvPr id="83" name="Google Shape;83;p17"/>
          <p:cNvSpPr txBox="1"/>
          <p:nvPr/>
        </p:nvSpPr>
        <p:spPr>
          <a:xfrm>
            <a:off x="1743450" y="1805588"/>
            <a:ext cx="5657100" cy="513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US" sz="2100">
                <a:solidFill>
                  <a:srgbClr val="006DAF"/>
                </a:solidFill>
                <a:latin typeface="Montserrat Medium"/>
                <a:ea typeface="Montserrat Medium"/>
                <a:cs typeface="Montserrat Medium"/>
                <a:sym typeface="Montserrat Medium"/>
              </a:rPr>
              <a:t>Next Session</a:t>
            </a:r>
            <a:endParaRPr sz="2100">
              <a:solidFill>
                <a:srgbClr val="006DAF"/>
              </a:solidFill>
              <a:latin typeface="Montserrat Medium"/>
              <a:ea typeface="Montserrat Medium"/>
              <a:cs typeface="Montserrat Medium"/>
              <a:sym typeface="Montserrat Medium"/>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ith Image 2">
  <p:cSld name="CAPTION_ONLY_1">
    <p:spTree>
      <p:nvGrpSpPr>
        <p:cNvPr id="84" name="Shape 84"/>
        <p:cNvGrpSpPr/>
        <p:nvPr/>
      </p:nvGrpSpPr>
      <p:grpSpPr>
        <a:xfrm>
          <a:off x="0" y="0"/>
          <a:ext cx="0" cy="0"/>
          <a:chOff x="0" y="0"/>
          <a:chExt cx="0" cy="0"/>
        </a:xfrm>
      </p:grpSpPr>
      <p:pic>
        <p:nvPicPr>
          <p:cNvPr id="85" name="Google Shape;85;p18"/>
          <p:cNvPicPr preferRelativeResize="0"/>
          <p:nvPr/>
        </p:nvPicPr>
        <p:blipFill rotWithShape="1">
          <a:blip r:embed="rId2">
            <a:alphaModFix/>
          </a:blip>
          <a:srcRect b="0" l="317" r="516" t="1429"/>
          <a:stretch/>
        </p:blipFill>
        <p:spPr>
          <a:xfrm>
            <a:off x="0" y="0"/>
            <a:ext cx="9144000" cy="5112202"/>
          </a:xfrm>
          <a:prstGeom prst="rect">
            <a:avLst/>
          </a:prstGeom>
          <a:noFill/>
          <a:ln>
            <a:noFill/>
          </a:ln>
        </p:spPr>
      </p:pic>
      <p:pic>
        <p:nvPicPr>
          <p:cNvPr id="86" name="Google Shape;86;p18"/>
          <p:cNvPicPr preferRelativeResize="0"/>
          <p:nvPr/>
        </p:nvPicPr>
        <p:blipFill rotWithShape="1">
          <a:blip r:embed="rId3">
            <a:alphaModFix/>
          </a:blip>
          <a:srcRect b="0" l="36212" r="57" t="84436"/>
          <a:stretch/>
        </p:blipFill>
        <p:spPr>
          <a:xfrm>
            <a:off x="0" y="5013325"/>
            <a:ext cx="9144000" cy="130175"/>
          </a:xfrm>
          <a:prstGeom prst="rect">
            <a:avLst/>
          </a:prstGeom>
          <a:noFill/>
          <a:ln>
            <a:noFill/>
          </a:ln>
        </p:spPr>
      </p:pic>
      <p:sp>
        <p:nvSpPr>
          <p:cNvPr id="87" name="Google Shape;87;p18"/>
          <p:cNvSpPr txBox="1"/>
          <p:nvPr>
            <p:ph type="title"/>
          </p:nvPr>
        </p:nvSpPr>
        <p:spPr>
          <a:xfrm>
            <a:off x="1496100" y="2097300"/>
            <a:ext cx="6151800" cy="5997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Clr>
                <a:srgbClr val="006DAF"/>
              </a:buClr>
              <a:buSzPts val="3000"/>
              <a:buFont typeface="Montserrat SemiBold"/>
              <a:buNone/>
              <a:defRPr sz="3000">
                <a:solidFill>
                  <a:srgbClr val="006DAF"/>
                </a:solidFill>
                <a:latin typeface="Montserrat SemiBold"/>
                <a:ea typeface="Montserrat SemiBold"/>
                <a:cs typeface="Montserrat SemiBold"/>
                <a:sym typeface="Montserrat SemiBold"/>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88" name="Google Shape;88;p18"/>
          <p:cNvSpPr txBox="1"/>
          <p:nvPr>
            <p:ph idx="1" type="subTitle"/>
          </p:nvPr>
        </p:nvSpPr>
        <p:spPr>
          <a:xfrm>
            <a:off x="1743450" y="1631100"/>
            <a:ext cx="5657100" cy="5133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Clr>
                <a:srgbClr val="006DAF"/>
              </a:buClr>
              <a:buSzPts val="2100"/>
              <a:buFont typeface="Montserrat Medium"/>
              <a:buNone/>
              <a:defRPr sz="2100">
                <a:solidFill>
                  <a:srgbClr val="006DAF"/>
                </a:solidFill>
                <a:latin typeface="Montserrat Medium"/>
                <a:ea typeface="Montserrat Medium"/>
                <a:cs typeface="Montserrat Medium"/>
                <a:sym typeface="Montserrat Medium"/>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MAIN_POINT">
    <p:spTree>
      <p:nvGrpSpPr>
        <p:cNvPr id="89" name="Shape 89"/>
        <p:cNvGrpSpPr/>
        <p:nvPr/>
      </p:nvGrpSpPr>
      <p:grpSpPr>
        <a:xfrm>
          <a:off x="0" y="0"/>
          <a:ext cx="0" cy="0"/>
          <a:chOff x="0" y="0"/>
          <a:chExt cx="0" cy="0"/>
        </a:xfrm>
      </p:grpSpPr>
      <p:pic>
        <p:nvPicPr>
          <p:cNvPr id="90" name="Google Shape;90;p19"/>
          <p:cNvPicPr preferRelativeResize="0"/>
          <p:nvPr/>
        </p:nvPicPr>
        <p:blipFill rotWithShape="1">
          <a:blip r:embed="rId2">
            <a:alphaModFix/>
          </a:blip>
          <a:srcRect b="0" l="317" r="516" t="1429"/>
          <a:stretch/>
        </p:blipFill>
        <p:spPr>
          <a:xfrm>
            <a:off x="0" y="0"/>
            <a:ext cx="9144000" cy="5112202"/>
          </a:xfrm>
          <a:prstGeom prst="rect">
            <a:avLst/>
          </a:prstGeom>
          <a:noFill/>
          <a:ln>
            <a:noFill/>
          </a:ln>
        </p:spPr>
      </p:pic>
      <p:sp>
        <p:nvSpPr>
          <p:cNvPr id="91" name="Google Shape;91;p19"/>
          <p:cNvSpPr txBox="1"/>
          <p:nvPr>
            <p:ph type="title"/>
          </p:nvPr>
        </p:nvSpPr>
        <p:spPr>
          <a:xfrm>
            <a:off x="1487550" y="2228700"/>
            <a:ext cx="6168900" cy="6861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Clr>
                <a:srgbClr val="006DAF"/>
              </a:buClr>
              <a:buSzPts val="3000"/>
              <a:buFont typeface="Montserrat Medium"/>
              <a:buNone/>
              <a:defRPr sz="3000">
                <a:solidFill>
                  <a:srgbClr val="006DAF"/>
                </a:solidFill>
                <a:latin typeface="Montserrat Medium"/>
                <a:ea typeface="Montserrat Medium"/>
                <a:cs typeface="Montserrat Medium"/>
                <a:sym typeface="Montserrat Medium"/>
              </a:defRPr>
            </a:lvl1pPr>
            <a:lvl2pPr lvl="1" algn="ctr">
              <a:lnSpc>
                <a:spcPct val="115000"/>
              </a:lnSpc>
              <a:spcBef>
                <a:spcPts val="0"/>
              </a:spcBef>
              <a:spcAft>
                <a:spcPts val="0"/>
              </a:spcAft>
              <a:buSzPts val="3000"/>
              <a:buNone/>
              <a:defRPr sz="3000"/>
            </a:lvl2pPr>
            <a:lvl3pPr lvl="2" algn="ctr">
              <a:lnSpc>
                <a:spcPct val="115000"/>
              </a:lnSpc>
              <a:spcBef>
                <a:spcPts val="0"/>
              </a:spcBef>
              <a:spcAft>
                <a:spcPts val="0"/>
              </a:spcAft>
              <a:buSzPts val="3000"/>
              <a:buNone/>
              <a:defRPr sz="3000"/>
            </a:lvl3pPr>
            <a:lvl4pPr lvl="3" algn="ctr">
              <a:lnSpc>
                <a:spcPct val="115000"/>
              </a:lnSpc>
              <a:spcBef>
                <a:spcPts val="0"/>
              </a:spcBef>
              <a:spcAft>
                <a:spcPts val="0"/>
              </a:spcAft>
              <a:buSzPts val="3000"/>
              <a:buNone/>
              <a:defRPr sz="3000"/>
            </a:lvl4pPr>
            <a:lvl5pPr lvl="4" algn="ctr">
              <a:lnSpc>
                <a:spcPct val="115000"/>
              </a:lnSpc>
              <a:spcBef>
                <a:spcPts val="0"/>
              </a:spcBef>
              <a:spcAft>
                <a:spcPts val="0"/>
              </a:spcAft>
              <a:buSzPts val="3000"/>
              <a:buNone/>
              <a:defRPr sz="3000"/>
            </a:lvl5pPr>
            <a:lvl6pPr lvl="5" algn="ctr">
              <a:lnSpc>
                <a:spcPct val="115000"/>
              </a:lnSpc>
              <a:spcBef>
                <a:spcPts val="0"/>
              </a:spcBef>
              <a:spcAft>
                <a:spcPts val="0"/>
              </a:spcAft>
              <a:buSzPts val="3000"/>
              <a:buNone/>
              <a:defRPr sz="3000"/>
            </a:lvl6pPr>
            <a:lvl7pPr lvl="6" algn="ctr">
              <a:lnSpc>
                <a:spcPct val="115000"/>
              </a:lnSpc>
              <a:spcBef>
                <a:spcPts val="0"/>
              </a:spcBef>
              <a:spcAft>
                <a:spcPts val="0"/>
              </a:spcAft>
              <a:buSzPts val="3000"/>
              <a:buNone/>
              <a:defRPr sz="3000"/>
            </a:lvl7pPr>
            <a:lvl8pPr lvl="7" algn="ctr">
              <a:lnSpc>
                <a:spcPct val="115000"/>
              </a:lnSpc>
              <a:spcBef>
                <a:spcPts val="0"/>
              </a:spcBef>
              <a:spcAft>
                <a:spcPts val="0"/>
              </a:spcAft>
              <a:buSzPts val="3000"/>
              <a:buNone/>
              <a:defRPr sz="3000"/>
            </a:lvl8pPr>
            <a:lvl9pPr lvl="8" algn="ctr">
              <a:lnSpc>
                <a:spcPct val="115000"/>
              </a:lnSpc>
              <a:spcBef>
                <a:spcPts val="0"/>
              </a:spcBef>
              <a:spcAft>
                <a:spcPts val="0"/>
              </a:spcAft>
              <a:buSzPts val="3000"/>
              <a:buNone/>
              <a:defRPr sz="3000"/>
            </a:lvl9pPr>
          </a:lstStyle>
          <a:p/>
        </p:txBody>
      </p:sp>
      <p:pic>
        <p:nvPicPr>
          <p:cNvPr id="92" name="Google Shape;92;p19"/>
          <p:cNvPicPr preferRelativeResize="0"/>
          <p:nvPr/>
        </p:nvPicPr>
        <p:blipFill rotWithShape="1">
          <a:blip r:embed="rId3">
            <a:alphaModFix/>
          </a:blip>
          <a:srcRect b="0" l="36210" r="64" t="84436"/>
          <a:stretch/>
        </p:blipFill>
        <p:spPr>
          <a:xfrm>
            <a:off x="0" y="5013325"/>
            <a:ext cx="9144000" cy="13017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iz Template">
  <p:cSld name="MAIN_POINT_1">
    <p:spTree>
      <p:nvGrpSpPr>
        <p:cNvPr id="93" name="Shape 93"/>
        <p:cNvGrpSpPr/>
        <p:nvPr/>
      </p:nvGrpSpPr>
      <p:grpSpPr>
        <a:xfrm>
          <a:off x="0" y="0"/>
          <a:ext cx="0" cy="0"/>
          <a:chOff x="0" y="0"/>
          <a:chExt cx="0" cy="0"/>
        </a:xfrm>
      </p:grpSpPr>
      <p:pic>
        <p:nvPicPr>
          <p:cNvPr id="94" name="Google Shape;94;p20"/>
          <p:cNvPicPr preferRelativeResize="0"/>
          <p:nvPr/>
        </p:nvPicPr>
        <p:blipFill rotWithShape="1">
          <a:blip r:embed="rId2">
            <a:alphaModFix/>
          </a:blip>
          <a:srcRect b="0" l="317" r="516" t="1429"/>
          <a:stretch/>
        </p:blipFill>
        <p:spPr>
          <a:xfrm>
            <a:off x="0" y="0"/>
            <a:ext cx="9144000" cy="5112202"/>
          </a:xfrm>
          <a:prstGeom prst="rect">
            <a:avLst/>
          </a:prstGeom>
          <a:noFill/>
          <a:ln>
            <a:noFill/>
          </a:ln>
        </p:spPr>
      </p:pic>
      <p:pic>
        <p:nvPicPr>
          <p:cNvPr id="95" name="Google Shape;95;p20"/>
          <p:cNvPicPr preferRelativeResize="0"/>
          <p:nvPr/>
        </p:nvPicPr>
        <p:blipFill rotWithShape="1">
          <a:blip r:embed="rId3">
            <a:alphaModFix/>
          </a:blip>
          <a:srcRect b="0" l="36210" r="64" t="84436"/>
          <a:stretch/>
        </p:blipFill>
        <p:spPr>
          <a:xfrm>
            <a:off x="0" y="5013325"/>
            <a:ext cx="9144000" cy="130175"/>
          </a:xfrm>
          <a:prstGeom prst="rect">
            <a:avLst/>
          </a:prstGeom>
          <a:noFill/>
          <a:ln>
            <a:noFill/>
          </a:ln>
        </p:spPr>
      </p:pic>
      <p:sp>
        <p:nvSpPr>
          <p:cNvPr id="96" name="Google Shape;96;p20"/>
          <p:cNvSpPr/>
          <p:nvPr/>
        </p:nvSpPr>
        <p:spPr>
          <a:xfrm>
            <a:off x="0" y="0"/>
            <a:ext cx="4572000" cy="5093400"/>
          </a:xfrm>
          <a:prstGeom prst="rect">
            <a:avLst/>
          </a:prstGeom>
          <a:solidFill>
            <a:srgbClr val="3EB5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p:cSld name="CUSTOM_4">
    <p:spTree>
      <p:nvGrpSpPr>
        <p:cNvPr id="97" name="Shape 97"/>
        <p:cNvGrpSpPr/>
        <p:nvPr/>
      </p:nvGrpSpPr>
      <p:grpSpPr>
        <a:xfrm>
          <a:off x="0" y="0"/>
          <a:ext cx="0" cy="0"/>
          <a:chOff x="0" y="0"/>
          <a:chExt cx="0" cy="0"/>
        </a:xfrm>
      </p:grpSpPr>
      <p:sp>
        <p:nvSpPr>
          <p:cNvPr id="98" name="Google Shape;98;p21"/>
          <p:cNvSpPr/>
          <p:nvPr/>
        </p:nvSpPr>
        <p:spPr>
          <a:xfrm>
            <a:off x="8209" y="0"/>
            <a:ext cx="1799400" cy="5094300"/>
          </a:xfrm>
          <a:prstGeom prst="rect">
            <a:avLst/>
          </a:prstGeom>
          <a:solidFill>
            <a:srgbClr val="3EB5E4"/>
          </a:solidFill>
          <a:ln cap="flat" cmpd="sng" w="9525">
            <a:solidFill>
              <a:srgbClr val="3EB5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p>
        </p:txBody>
      </p:sp>
      <p:sp>
        <p:nvSpPr>
          <p:cNvPr id="99" name="Google Shape;99;p21"/>
          <p:cNvSpPr txBox="1"/>
          <p:nvPr/>
        </p:nvSpPr>
        <p:spPr>
          <a:xfrm rot="-5400000">
            <a:off x="-491825" y="2306100"/>
            <a:ext cx="2178600" cy="531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3000">
                <a:solidFill>
                  <a:srgbClr val="FFFFFF"/>
                </a:solidFill>
                <a:latin typeface="Muli"/>
                <a:ea typeface="Muli"/>
                <a:cs typeface="Muli"/>
                <a:sym typeface="Muli"/>
              </a:rPr>
              <a:t>Summary </a:t>
            </a:r>
            <a:endParaRPr sz="3000">
              <a:solidFill>
                <a:srgbClr val="FFFFFF"/>
              </a:solidFill>
              <a:latin typeface="Muli"/>
              <a:ea typeface="Muli"/>
              <a:cs typeface="Muli"/>
              <a:sym typeface="Mul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CUSTOM_3">
    <p:spTree>
      <p:nvGrpSpPr>
        <p:cNvPr id="100" name="Shape 100"/>
        <p:cNvGrpSpPr/>
        <p:nvPr/>
      </p:nvGrpSpPr>
      <p:grpSpPr>
        <a:xfrm>
          <a:off x="0" y="0"/>
          <a:ext cx="0" cy="0"/>
          <a:chOff x="0" y="0"/>
          <a:chExt cx="0" cy="0"/>
        </a:xfrm>
      </p:grpSpPr>
      <p:pic>
        <p:nvPicPr>
          <p:cNvPr id="101" name="Google Shape;101;p22"/>
          <p:cNvPicPr preferRelativeResize="0"/>
          <p:nvPr/>
        </p:nvPicPr>
        <p:blipFill rotWithShape="1">
          <a:blip r:embed="rId2">
            <a:alphaModFix/>
          </a:blip>
          <a:srcRect b="0" l="0" r="0" t="0"/>
          <a:stretch/>
        </p:blipFill>
        <p:spPr>
          <a:xfrm>
            <a:off x="0" y="0"/>
            <a:ext cx="9144003" cy="5143501"/>
          </a:xfrm>
          <a:prstGeom prst="rect">
            <a:avLst/>
          </a:prstGeom>
          <a:noFill/>
          <a:ln>
            <a:noFill/>
          </a:ln>
        </p:spPr>
      </p:pic>
      <p:pic>
        <p:nvPicPr>
          <p:cNvPr id="102" name="Google Shape;102;p22"/>
          <p:cNvPicPr preferRelativeResize="0"/>
          <p:nvPr/>
        </p:nvPicPr>
        <p:blipFill>
          <a:blip r:embed="rId3">
            <a:alphaModFix/>
          </a:blip>
          <a:stretch>
            <a:fillRect/>
          </a:stretch>
        </p:blipFill>
        <p:spPr>
          <a:xfrm>
            <a:off x="8395329" y="4705650"/>
            <a:ext cx="517352" cy="24862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3" name="Shape 103"/>
        <p:cNvGrpSpPr/>
        <p:nvPr/>
      </p:nvGrpSpPr>
      <p:grpSpPr>
        <a:xfrm>
          <a:off x="0" y="0"/>
          <a:ext cx="0" cy="0"/>
          <a:chOff x="0" y="0"/>
          <a:chExt cx="0" cy="0"/>
        </a:xfrm>
      </p:grpSpPr>
      <p:pic>
        <p:nvPicPr>
          <p:cNvPr id="104" name="Google Shape;104;p23"/>
          <p:cNvPicPr preferRelativeResize="0"/>
          <p:nvPr/>
        </p:nvPicPr>
        <p:blipFill rotWithShape="1">
          <a:blip r:embed="rId2">
            <a:alphaModFix/>
          </a:blip>
          <a:srcRect b="0" l="36210" r="64" t="84436"/>
          <a:stretch/>
        </p:blipFill>
        <p:spPr>
          <a:xfrm>
            <a:off x="0" y="5013325"/>
            <a:ext cx="9144000" cy="1301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5">
    <p:spTree>
      <p:nvGrpSpPr>
        <p:cNvPr id="105" name="Shape 105"/>
        <p:cNvGrpSpPr/>
        <p:nvPr/>
      </p:nvGrpSpPr>
      <p:grpSpPr>
        <a:xfrm>
          <a:off x="0" y="0"/>
          <a:ext cx="0" cy="0"/>
          <a:chOff x="0" y="0"/>
          <a:chExt cx="0" cy="0"/>
        </a:xfrm>
      </p:grpSpPr>
      <p:sp>
        <p:nvSpPr>
          <p:cNvPr id="106" name="Google Shape;106;p24"/>
          <p:cNvSpPr/>
          <p:nvPr/>
        </p:nvSpPr>
        <p:spPr>
          <a:xfrm rot="-2786278">
            <a:off x="5207869" y="2893906"/>
            <a:ext cx="6162467" cy="3011742"/>
          </a:xfrm>
          <a:prstGeom prst="roundRect">
            <a:avLst>
              <a:gd fmla="val 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07" name="Google Shape;107;p24"/>
          <p:cNvGrpSpPr/>
          <p:nvPr/>
        </p:nvGrpSpPr>
        <p:grpSpPr>
          <a:xfrm>
            <a:off x="6042447" y="2206399"/>
            <a:ext cx="2328623" cy="2328623"/>
            <a:chOff x="6963825" y="656150"/>
            <a:chExt cx="1924800" cy="1924800"/>
          </a:xfrm>
        </p:grpSpPr>
        <p:sp>
          <p:nvSpPr>
            <p:cNvPr id="108" name="Google Shape;108;p24"/>
            <p:cNvSpPr/>
            <p:nvPr/>
          </p:nvSpPr>
          <p:spPr>
            <a:xfrm>
              <a:off x="6963825" y="656150"/>
              <a:ext cx="1924800" cy="1924800"/>
            </a:xfrm>
            <a:prstGeom prst="ellipse">
              <a:avLst/>
            </a:prstGeom>
            <a:solidFill>
              <a:srgbClr val="FFFFFF"/>
            </a:solidFill>
            <a:ln>
              <a:noFill/>
            </a:ln>
          </p:spPr>
          <p:txBody>
            <a:bodyPr anchorCtr="0" anchor="ctr" bIns="110600" lIns="110600" spcFirstLastPara="1" rIns="110600" wrap="square" tIns="110600">
              <a:noAutofit/>
            </a:bodyPr>
            <a:lstStyle/>
            <a:p>
              <a:pPr indent="0" lvl="0" marL="0" rtl="0" algn="ctr">
                <a:spcBef>
                  <a:spcPts val="0"/>
                </a:spcBef>
                <a:spcAft>
                  <a:spcPts val="0"/>
                </a:spcAft>
                <a:buNone/>
              </a:pPr>
              <a:r>
                <a:t/>
              </a:r>
              <a:endParaRPr sz="1694"/>
            </a:p>
          </p:txBody>
        </p:sp>
        <p:pic>
          <p:nvPicPr>
            <p:cNvPr id="109" name="Google Shape;109;p24" title="9914328_112 1.png"/>
            <p:cNvPicPr preferRelativeResize="0"/>
            <p:nvPr/>
          </p:nvPicPr>
          <p:blipFill rotWithShape="1">
            <a:blip r:embed="rId2">
              <a:alphaModFix/>
            </a:blip>
            <a:srcRect b="0" l="15457" r="-1858" t="17505"/>
            <a:stretch/>
          </p:blipFill>
          <p:spPr>
            <a:xfrm>
              <a:off x="6963825" y="656150"/>
              <a:ext cx="1924800" cy="1924800"/>
            </a:xfrm>
            <a:prstGeom prst="ellipse">
              <a:avLst/>
            </a:prstGeom>
            <a:noFill/>
            <a:ln cap="flat" cmpd="sng" w="40725">
              <a:solidFill>
                <a:srgbClr val="CFE2F3"/>
              </a:solidFill>
              <a:prstDash val="solid"/>
              <a:round/>
              <a:headEnd len="sm" w="sm" type="none"/>
              <a:tailEnd len="sm" w="sm" type="none"/>
            </a:ln>
          </p:spPr>
        </p:pic>
      </p:grpSp>
      <p:pic>
        <p:nvPicPr>
          <p:cNvPr id="110" name="Google Shape;110;p24"/>
          <p:cNvPicPr preferRelativeResize="0"/>
          <p:nvPr/>
        </p:nvPicPr>
        <p:blipFill>
          <a:blip r:embed="rId3">
            <a:alphaModFix/>
          </a:blip>
          <a:stretch>
            <a:fillRect/>
          </a:stretch>
        </p:blipFill>
        <p:spPr>
          <a:xfrm>
            <a:off x="8395329" y="4705650"/>
            <a:ext cx="517352" cy="248625"/>
          </a:xfrm>
          <a:prstGeom prst="rect">
            <a:avLst/>
          </a:prstGeom>
          <a:noFill/>
          <a:ln>
            <a:noFill/>
          </a:ln>
        </p:spPr>
      </p:pic>
      <p:sp>
        <p:nvSpPr>
          <p:cNvPr id="111" name="Google Shape;111;p24"/>
          <p:cNvSpPr txBox="1"/>
          <p:nvPr/>
        </p:nvSpPr>
        <p:spPr>
          <a:xfrm>
            <a:off x="27533" y="-76200"/>
            <a:ext cx="1566300" cy="33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400">
                <a:solidFill>
                  <a:schemeClr val="accent3"/>
                </a:solidFill>
                <a:latin typeface="Lexend"/>
                <a:ea typeface="Lexend"/>
                <a:cs typeface="Lexend"/>
                <a:sym typeface="Lexend"/>
              </a:rPr>
              <a:t>. . . . . . .</a:t>
            </a:r>
            <a:endParaRPr b="1" sz="2400">
              <a:solidFill>
                <a:schemeClr val="accent3"/>
              </a:solidFill>
              <a:latin typeface="Lexend"/>
              <a:ea typeface="Lexend"/>
              <a:cs typeface="Lexend"/>
              <a:sym typeface="Lexend"/>
            </a:endParaRPr>
          </a:p>
        </p:txBody>
      </p:sp>
      <p:sp>
        <p:nvSpPr>
          <p:cNvPr id="112" name="Google Shape;112;p24"/>
          <p:cNvSpPr txBox="1"/>
          <p:nvPr/>
        </p:nvSpPr>
        <p:spPr>
          <a:xfrm>
            <a:off x="27533" y="61400"/>
            <a:ext cx="1566300" cy="33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400">
                <a:solidFill>
                  <a:schemeClr val="accent3"/>
                </a:solidFill>
                <a:latin typeface="Lexend"/>
                <a:ea typeface="Lexend"/>
                <a:cs typeface="Lexend"/>
                <a:sym typeface="Lexend"/>
              </a:rPr>
              <a:t>. . . . . . .</a:t>
            </a:r>
            <a:endParaRPr b="1" sz="2400">
              <a:solidFill>
                <a:schemeClr val="accent3"/>
              </a:solidFill>
              <a:latin typeface="Lexend"/>
              <a:ea typeface="Lexend"/>
              <a:cs typeface="Lexend"/>
              <a:sym typeface="Lexend"/>
            </a:endParaRPr>
          </a:p>
        </p:txBody>
      </p:sp>
      <p:sp>
        <p:nvSpPr>
          <p:cNvPr id="113" name="Google Shape;113;p24"/>
          <p:cNvSpPr txBox="1"/>
          <p:nvPr/>
        </p:nvSpPr>
        <p:spPr>
          <a:xfrm>
            <a:off x="27533" y="228600"/>
            <a:ext cx="1566300" cy="33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400">
                <a:solidFill>
                  <a:schemeClr val="accent3"/>
                </a:solidFill>
                <a:latin typeface="Lexend"/>
                <a:ea typeface="Lexend"/>
                <a:cs typeface="Lexend"/>
                <a:sym typeface="Lexend"/>
              </a:rPr>
              <a:t>. . . . . . . </a:t>
            </a:r>
            <a:endParaRPr b="1" sz="2400">
              <a:solidFill>
                <a:schemeClr val="accent3"/>
              </a:solidFill>
              <a:latin typeface="Lexend"/>
              <a:ea typeface="Lexend"/>
              <a:cs typeface="Lexend"/>
              <a:sym typeface="Lexend"/>
            </a:endParaRPr>
          </a:p>
        </p:txBody>
      </p:sp>
      <p:sp>
        <p:nvSpPr>
          <p:cNvPr id="114" name="Google Shape;114;p24"/>
          <p:cNvSpPr/>
          <p:nvPr/>
        </p:nvSpPr>
        <p:spPr>
          <a:xfrm rot="-5400000">
            <a:off x="-900251" y="4258259"/>
            <a:ext cx="1808100" cy="1808100"/>
          </a:xfrm>
          <a:prstGeom prst="ellipse">
            <a:avLst/>
          </a:prstGeom>
          <a:noFill/>
          <a:ln cap="flat" cmpd="sng" w="228600">
            <a:solidFill>
              <a:srgbClr val="DEEFFF"/>
            </a:solidFill>
            <a:prstDash val="solid"/>
            <a:round/>
            <a:headEnd len="sm" w="sm" type="none"/>
            <a:tailEnd len="sm" w="sm" type="none"/>
          </a:ln>
        </p:spPr>
        <p:txBody>
          <a:bodyPr anchorCtr="0" anchor="ctr" bIns="110600" lIns="110600" spcFirstLastPara="1" rIns="110600" wrap="square" tIns="110600">
            <a:noAutofit/>
          </a:bodyPr>
          <a:lstStyle/>
          <a:p>
            <a:pPr indent="0" lvl="0" marL="0" rtl="0" algn="ctr">
              <a:spcBef>
                <a:spcPts val="0"/>
              </a:spcBef>
              <a:spcAft>
                <a:spcPts val="0"/>
              </a:spcAft>
              <a:buNone/>
            </a:pPr>
            <a:r>
              <a:t/>
            </a:r>
            <a:endParaRPr sz="1694"/>
          </a:p>
        </p:txBody>
      </p:sp>
      <p:pic>
        <p:nvPicPr>
          <p:cNvPr id="115" name="Google Shape;115;p24"/>
          <p:cNvPicPr preferRelativeResize="0"/>
          <p:nvPr/>
        </p:nvPicPr>
        <p:blipFill rotWithShape="1">
          <a:blip r:embed="rId4">
            <a:alphaModFix/>
          </a:blip>
          <a:srcRect b="0" l="36210" r="64" t="84436"/>
          <a:stretch/>
        </p:blipFill>
        <p:spPr>
          <a:xfrm>
            <a:off x="0" y="5013325"/>
            <a:ext cx="9144000" cy="1301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6">
    <p:spTree>
      <p:nvGrpSpPr>
        <p:cNvPr id="116" name="Shape 116"/>
        <p:cNvGrpSpPr/>
        <p:nvPr/>
      </p:nvGrpSpPr>
      <p:grpSpPr>
        <a:xfrm>
          <a:off x="0" y="0"/>
          <a:ext cx="0" cy="0"/>
          <a:chOff x="0" y="0"/>
          <a:chExt cx="0" cy="0"/>
        </a:xfrm>
      </p:grpSpPr>
      <p:pic>
        <p:nvPicPr>
          <p:cNvPr id="117" name="Google Shape;117;p25" title="10c06ea7c9c177984e865384ce512d05.jpg"/>
          <p:cNvPicPr preferRelativeResize="0"/>
          <p:nvPr/>
        </p:nvPicPr>
        <p:blipFill rotWithShape="1">
          <a:blip r:embed="rId2">
            <a:alphaModFix/>
          </a:blip>
          <a:srcRect b="0" l="0" r="0" t="53236"/>
          <a:stretch/>
        </p:blipFill>
        <p:spPr>
          <a:xfrm flipH="1" rot="10800000">
            <a:off x="0" y="0"/>
            <a:ext cx="9144000" cy="2092826"/>
          </a:xfrm>
          <a:prstGeom prst="rect">
            <a:avLst/>
          </a:prstGeom>
          <a:noFill/>
          <a:ln>
            <a:noFill/>
          </a:ln>
        </p:spPr>
      </p:pic>
      <p:pic>
        <p:nvPicPr>
          <p:cNvPr id="118" name="Google Shape;118;p25" title="10c06ea7c9c177984e865384ce512d05.jpg"/>
          <p:cNvPicPr preferRelativeResize="0"/>
          <p:nvPr/>
        </p:nvPicPr>
        <p:blipFill rotWithShape="1">
          <a:blip r:embed="rId2">
            <a:alphaModFix/>
          </a:blip>
          <a:srcRect b="0" l="0" r="0" t="53236"/>
          <a:stretch/>
        </p:blipFill>
        <p:spPr>
          <a:xfrm>
            <a:off x="0" y="3050675"/>
            <a:ext cx="9144000" cy="2092826"/>
          </a:xfrm>
          <a:prstGeom prst="rect">
            <a:avLst/>
          </a:prstGeom>
          <a:noFill/>
          <a:ln>
            <a:noFill/>
          </a:ln>
        </p:spPr>
      </p:pic>
      <p:sp>
        <p:nvSpPr>
          <p:cNvPr id="119" name="Google Shape;119;p25"/>
          <p:cNvSpPr/>
          <p:nvPr/>
        </p:nvSpPr>
        <p:spPr>
          <a:xfrm>
            <a:off x="0" y="0"/>
            <a:ext cx="9144000" cy="5143500"/>
          </a:xfrm>
          <a:prstGeom prst="roundRect">
            <a:avLst>
              <a:gd fmla="val 0" name="adj"/>
            </a:avLst>
          </a:prstGeom>
          <a:solidFill>
            <a:srgbClr val="FFFFFF">
              <a:alpha val="873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25"/>
          <p:cNvSpPr/>
          <p:nvPr/>
        </p:nvSpPr>
        <p:spPr>
          <a:xfrm>
            <a:off x="24225" y="1659794"/>
            <a:ext cx="11664075" cy="1958368"/>
          </a:xfrm>
          <a:prstGeom prst="flowChartInputOutput">
            <a:avLst/>
          </a:prstGeom>
          <a:gradFill>
            <a:gsLst>
              <a:gs pos="0">
                <a:srgbClr val="26A0DD">
                  <a:alpha val="86275"/>
                </a:srgbClr>
              </a:gs>
              <a:gs pos="100000">
                <a:srgbClr val="26A0DD"/>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25"/>
          <p:cNvSpPr/>
          <p:nvPr/>
        </p:nvSpPr>
        <p:spPr>
          <a:xfrm>
            <a:off x="-7653250" y="1525337"/>
            <a:ext cx="11373475" cy="1958379"/>
          </a:xfrm>
          <a:prstGeom prst="flowChartInputOutput">
            <a:avLst/>
          </a:prstGeom>
          <a:solidFill>
            <a:srgbClr val="9EE3FF">
              <a:alpha val="7405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p>
        </p:txBody>
      </p:sp>
      <p:pic>
        <p:nvPicPr>
          <p:cNvPr id="122" name="Google Shape;122;p25"/>
          <p:cNvPicPr preferRelativeResize="0"/>
          <p:nvPr/>
        </p:nvPicPr>
        <p:blipFill rotWithShape="1">
          <a:blip r:embed="rId3">
            <a:alphaModFix/>
          </a:blip>
          <a:srcRect b="0" l="36210" r="64" t="84436"/>
          <a:stretch/>
        </p:blipFill>
        <p:spPr>
          <a:xfrm>
            <a:off x="0" y="5013325"/>
            <a:ext cx="9144000" cy="130175"/>
          </a:xfrm>
          <a:prstGeom prst="rect">
            <a:avLst/>
          </a:prstGeom>
          <a:noFill/>
          <a:ln>
            <a:noFill/>
          </a:ln>
        </p:spPr>
      </p:pic>
      <p:pic>
        <p:nvPicPr>
          <p:cNvPr id="123" name="Google Shape;123;p25"/>
          <p:cNvPicPr preferRelativeResize="0"/>
          <p:nvPr/>
        </p:nvPicPr>
        <p:blipFill rotWithShape="1">
          <a:blip r:embed="rId4">
            <a:alphaModFix/>
          </a:blip>
          <a:srcRect b="-24838" l="-8569" r="-8021" t="-19234"/>
          <a:stretch/>
        </p:blipFill>
        <p:spPr>
          <a:xfrm>
            <a:off x="8352450" y="4652875"/>
            <a:ext cx="607724" cy="36044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 name="Shape 11"/>
        <p:cNvGrpSpPr/>
        <p:nvPr/>
      </p:nvGrpSpPr>
      <p:grpSpPr>
        <a:xfrm>
          <a:off x="0" y="0"/>
          <a:ext cx="0" cy="0"/>
          <a:chOff x="0" y="0"/>
          <a:chExt cx="0" cy="0"/>
        </a:xfrm>
      </p:grpSpPr>
      <p:pic>
        <p:nvPicPr>
          <p:cNvPr id="12" name="Google Shape;12;p3"/>
          <p:cNvPicPr preferRelativeResize="0"/>
          <p:nvPr/>
        </p:nvPicPr>
        <p:blipFill rotWithShape="1">
          <a:blip r:embed="rId1">
            <a:alphaModFix/>
          </a:blip>
          <a:srcRect b="-24838" l="-8569" r="-8021" t="-19234"/>
          <a:stretch/>
        </p:blipFill>
        <p:spPr>
          <a:xfrm>
            <a:off x="8352450" y="4652875"/>
            <a:ext cx="607724" cy="36044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7.png"/><Relationship Id="rId4"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9.png"/><Relationship Id="rId4"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14.png"/><Relationship Id="rId4"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15.png"/><Relationship Id="rId4"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16.png"/><Relationship Id="rId4"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54.png"/><Relationship Id="rId4"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55.png"/><Relationship Id="rId4"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58.png"/><Relationship Id="rId4"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59.png"/><Relationship Id="rId4"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60.png"/><Relationship Id="rId4"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61.png"/><Relationship Id="rId4"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62.png"/><Relationship Id="rId4"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63.png"/><Relationship Id="rId4"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64.png"/><Relationship Id="rId4"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65.jpg"/><Relationship Id="rId4"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66.png"/><Relationship Id="rId4"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67.png"/><Relationship Id="rId4"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68.png"/><Relationship Id="rId4"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69.png"/><Relationship Id="rId4"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70.png"/><Relationship Id="rId4"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71.png"/><Relationship Id="rId4"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6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2" name="Google Shape;132;p27"/>
          <p:cNvSpPr txBox="1"/>
          <p:nvPr>
            <p:ph type="title"/>
          </p:nvPr>
        </p:nvSpPr>
        <p:spPr>
          <a:xfrm>
            <a:off x="3473700" y="2083525"/>
            <a:ext cx="3939600" cy="93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a:t>System Architecture</a:t>
            </a:r>
            <a:endParaR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What this module covers</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48640" y="1325880"/>
            <a:ext cx="8046720" cy="329184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A0 · Product specification</a:t>
            </a:r>
          </a:p>
          <a:p>
            <a:pPr marL="274320" indent="-274320">
              <a:lnSpc>
                <a:spcPct val="120000"/>
              </a:lnSpc>
              <a:spcAft>
                <a:spcPts val="1400"/>
              </a:spcAft>
              <a:buChar char="•"/>
            </a:pPr>
            <a:r>
              <a:rPr sz="1800">
                <a:solidFill>
                  <a:srgbClr val="434343"/>
                </a:solidFill>
                <a:latin typeface="Muli"/>
              </a:rPr>
              <a:t>A1 · Overall system architecture</a:t>
            </a:r>
          </a:p>
          <a:p>
            <a:pPr marL="274320" indent="-274320">
              <a:lnSpc>
                <a:spcPct val="120000"/>
              </a:lnSpc>
              <a:spcAft>
                <a:spcPts val="1400"/>
              </a:spcAft>
              <a:buChar char="•"/>
            </a:pPr>
            <a:r>
              <a:rPr sz="1800">
                <a:solidFill>
                  <a:srgbClr val="434343"/>
                </a:solidFill>
                <a:latin typeface="Muli"/>
              </a:rPr>
              <a:t>A2 · Operating modes, failure behaviour and decisions</a:t>
            </a:r>
          </a:p>
          <a:p>
            <a:pPr marL="274320" indent="-274320">
              <a:lnSpc>
                <a:spcPct val="120000"/>
              </a:lnSpc>
              <a:buChar char="•"/>
            </a:pPr>
            <a:r>
              <a:rPr sz="1800">
                <a:solidFill>
                  <a:srgbClr val="434343"/>
                </a:solidFill>
                <a:latin typeface="Muli"/>
              </a:rPr>
              <a:t>Reference: the verification stack and version control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7" name="Google Shape;137;p28"/>
          <p:cNvSpPr txBox="1"/>
          <p:nvPr>
            <p:ph type="title"/>
          </p:nvPr>
        </p:nvSpPr>
        <p:spPr>
          <a:xfrm>
            <a:off x="1143000" y="1746504"/>
            <a:ext cx="6858000" cy="164592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a:t>Product Specification</a:t>
            </a:r>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Wishes are not requirements</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Same parts: one device flat before lunch, one too thick to wear</a:t>
            </a:r>
          </a:p>
          <a:p>
            <a:pPr marL="274320" indent="-274320">
              <a:lnSpc>
                <a:spcPct val="120000"/>
              </a:lnSpc>
              <a:spcAft>
                <a:spcPts val="1400"/>
              </a:spcAft>
              <a:buChar char="•"/>
            </a:pPr>
            <a:r>
              <a:rPr sz="1800">
                <a:solidFill>
                  <a:srgbClr val="434343"/>
                </a:solidFill>
                <a:latin typeface="Muli"/>
              </a:rPr>
              <a:t>"Long battery life" and "small" are wishes</a:t>
            </a:r>
          </a:p>
          <a:p>
            <a:pPr marL="274320" indent="-274320">
              <a:lnSpc>
                <a:spcPct val="120000"/>
              </a:lnSpc>
              <a:spcAft>
                <a:spcPts val="1400"/>
              </a:spcAft>
              <a:buChar char="•"/>
            </a:pPr>
            <a:r>
              <a:rPr sz="1800">
                <a:solidFill>
                  <a:srgbClr val="434343"/>
                </a:solidFill>
                <a:latin typeface="Muli"/>
              </a:rPr>
              <a:t>A specification adds a number, a condition and a check</a:t>
            </a:r>
          </a:p>
          <a:p>
            <a:pPr marL="274320" indent="-274320">
              <a:lnSpc>
                <a:spcPct val="120000"/>
              </a:lnSpc>
              <a:buChar char="•"/>
            </a:pPr>
            <a:r>
              <a:rPr sz="1800">
                <a:solidFill>
                  <a:srgbClr val="434343"/>
                </a:solidFill>
                <a:latin typeface="Muli"/>
              </a:rPr>
              <a:t>It says what and how well, not how</a:t>
            </a:r>
          </a:p>
        </p:txBody>
      </p:sp>
      <p:pic>
        <p:nvPicPr>
          <p:cNvPr id="271" name="Picture 270" descr="V-s04-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The order a specification is built in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Functional vs non-functional</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Functional: a behaviour you could watch happen</a:t>
            </a:r>
          </a:p>
          <a:p>
            <a:pPr marL="274320" indent="-274320">
              <a:lnSpc>
                <a:spcPct val="120000"/>
              </a:lnSpc>
              <a:spcAft>
                <a:spcPts val="1400"/>
              </a:spcAft>
              <a:buChar char="•"/>
            </a:pPr>
            <a:r>
              <a:rPr sz="1800">
                <a:solidFill>
                  <a:srgbClr val="434343"/>
                </a:solidFill>
                <a:latin typeface="Muli"/>
              </a:rPr>
              <a:t>Non-functional: accuracy, speed, battery life, cost, size</a:t>
            </a:r>
          </a:p>
          <a:p>
            <a:pPr marL="274320" indent="-274320">
              <a:lnSpc>
                <a:spcPct val="120000"/>
              </a:lnSpc>
              <a:spcAft>
                <a:spcPts val="1400"/>
              </a:spcAft>
              <a:buChar char="•"/>
            </a:pPr>
            <a:r>
              <a:rPr sz="1800">
                <a:solidFill>
                  <a:srgbClr val="434343"/>
                </a:solidFill>
                <a:latin typeface="Muli"/>
              </a:rPr>
              <a:t>Cover each category</a:t>
            </a:r>
          </a:p>
          <a:p>
            <a:pPr marL="274320" indent="-274320">
              <a:lnSpc>
                <a:spcPct val="120000"/>
              </a:lnSpc>
              <a:buChar char="•"/>
            </a:pPr>
            <a:r>
              <a:rPr sz="1800">
                <a:solidFill>
                  <a:srgbClr val="434343"/>
                </a:solidFill>
                <a:latin typeface="Muli"/>
              </a:rPr>
              <a:t>Add conditions: "wearer sitting still"</a:t>
            </a:r>
          </a:p>
        </p:txBody>
      </p:sp>
      <p:pic>
        <p:nvPicPr>
          <p:cNvPr id="271" name="Picture 270" descr="V-s05-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Seven non-functional categories (example values)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Make every requirement checkable</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ID, a "shall" statement, a number with unit and condition, a check method</a:t>
            </a:r>
          </a:p>
          <a:p>
            <a:pPr marL="274320" indent="-274320">
              <a:lnSpc>
                <a:spcPct val="120000"/>
              </a:lnSpc>
              <a:spcAft>
                <a:spcPts val="1400"/>
              </a:spcAft>
              <a:buChar char="•"/>
            </a:pPr>
            <a:r>
              <a:rPr sz="1800">
                <a:solidFill>
                  <a:srgbClr val="434343"/>
                </a:solidFill>
                <a:latin typeface="Muli"/>
              </a:rPr>
              <a:t>Nothing is built: check by inspection, analysis, simulation or review</a:t>
            </a:r>
          </a:p>
          <a:p>
            <a:pPr marL="274320" indent="-274320">
              <a:lnSpc>
                <a:spcPct val="120000"/>
              </a:lnSpc>
              <a:buChar char="•"/>
            </a:pPr>
            <a:r>
              <a:rPr sz="1800">
                <a:solidFill>
                  <a:srgbClr val="434343"/>
                </a:solidFill>
                <a:latin typeface="Muli"/>
              </a:rPr>
              <a:t>Accuracy needs real hardware: mark it test (after build)</a:t>
            </a:r>
          </a:p>
        </p:txBody>
      </p:sp>
      <p:pic>
        <p:nvPicPr>
          <p:cNvPr id="271" name="Picture 270" descr="V-s06-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A wish rewritten as a checkable requirement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The user's day sets the numbers</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Write a use scenario, then a usage pattern table (UP-1)</a:t>
            </a:r>
          </a:p>
          <a:p>
            <a:pPr marL="274320" indent="-274320">
              <a:lnSpc>
                <a:spcPct val="120000"/>
              </a:lnSpc>
              <a:spcAft>
                <a:spcPts val="1400"/>
              </a:spcAft>
              <a:buChar char="•"/>
            </a:pPr>
            <a:r>
              <a:rPr sz="1800">
                <a:solidFill>
                  <a:srgbClr val="434343"/>
                </a:solidFill>
                <a:latin typeface="Muli"/>
              </a:rPr>
              <a:t>Skin contact, sweat, knocks and drops, heat</a:t>
            </a:r>
          </a:p>
          <a:p>
            <a:pPr marL="274320" indent="-274320">
              <a:lnSpc>
                <a:spcPct val="120000"/>
              </a:lnSpc>
              <a:buChar char="•"/>
            </a:pPr>
            <a:r>
              <a:rPr sz="1800">
                <a:solidFill>
                  <a:srgbClr val="434343"/>
                </a:solidFill>
                <a:latin typeface="Muli"/>
              </a:rPr>
              <a:t>Write down a water and dust target (IP code)</a:t>
            </a:r>
          </a:p>
        </p:txBody>
      </p:sp>
      <p:pic>
        <p:nvPicPr>
          <p:cNvPr id="271" name="Picture 270" descr="V-s07-1.png"/>
          <p:cNvPicPr>
            <a:picLocks noChangeAspect="1"/>
          </p:cNvPicPr>
          <p:nvPr/>
        </p:nvPicPr>
        <p:blipFill>
          <a:blip r:embed="rId3"/>
          <a:stretch>
            <a:fillRect/>
          </a:stretch>
        </p:blipFill>
        <p:spPr>
          <a:xfrm>
            <a:off x="570992" y="1188720"/>
            <a:ext cx="4161536"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Write the user's normal day, not yours at a desk</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Sleep current decides battery life</a:t>
            </a:r>
            <a:endParaRPr b="1" sz="2500">
              <a:solidFill>
                <a:srgbClr val="006DAF"/>
              </a:solidFill>
              <a:latin typeface="Montserrat"/>
              <a:ea typeface="Montserrat"/>
              <a:cs typeface="Montserrat"/>
              <a:sym typeface="Montserrat"/>
            </a:endParaRPr>
          </a:p>
        </p:txBody>
      </p:sp>
      <p:pic>
        <p:nvPicPr>
          <p:cNvPr id="270" name="Picture 269" descr="V-s08-1.png"/>
          <p:cNvPicPr>
            <a:picLocks noChangeAspect="1"/>
          </p:cNvPicPr>
          <p:nvPr/>
        </p:nvPicPr>
        <p:blipFill>
          <a:blip r:embed="rId3"/>
          <a:stretch>
            <a:fillRect/>
          </a:stretch>
        </p:blipFill>
        <p:spPr>
          <a:xfrm>
            <a:off x="1523999" y="1143000"/>
            <a:ext cx="6096000" cy="3429000"/>
          </a:xfrm>
          <a:prstGeom prst="rect">
            <a:avLst/>
          </a:prstGeom>
        </p:spPr>
      </p:pic>
      <p:sp>
        <p:nvSpPr>
          <p:cNvPr id="271" name="TextBox 270"/>
          <p:cNvSpPr txBox="1"/>
          <p:nvPr/>
        </p:nvSpPr>
        <p:spPr>
          <a:xfrm>
            <a:off x="914400" y="4590288"/>
            <a:ext cx="7315200" cy="320040"/>
          </a:xfrm>
          <a:prstGeom prst="rect">
            <a:avLst/>
          </a:prstGeom>
          <a:noFill/>
        </p:spPr>
        <p:txBody>
          <a:bodyPr wrap="square">
            <a:noAutofit/>
          </a:bodyPr>
          <a:lstStyle/>
          <a:p>
            <a:pPr algn="ctr"/>
            <a:r>
              <a:rPr sz="1200">
                <a:solidFill>
                  <a:srgbClr val="666666"/>
                </a:solidFill>
              </a:rPr>
              <a:t>esp_watch, estimated: 240 mAh usable lasts 2.7 to 6.0 days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Write down what version 1 will not do</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Most student projects fail from growth, not a wrong part</a:t>
            </a:r>
          </a:p>
          <a:p>
            <a:pPr marL="274320" indent="-274320">
              <a:lnSpc>
                <a:spcPct val="120000"/>
              </a:lnSpc>
              <a:spcAft>
                <a:spcPts val="1400"/>
              </a:spcAft>
              <a:buChar char="•"/>
            </a:pPr>
            <a:r>
              <a:rPr sz="1800">
                <a:solidFill>
                  <a:srgbClr val="434343"/>
                </a:solidFill>
                <a:latin typeface="Muli"/>
              </a:rPr>
              <a:t>Each entry: the feature, why, where it goes</a:t>
            </a:r>
          </a:p>
          <a:p>
            <a:pPr marL="274320" indent="-274320">
              <a:lnSpc>
                <a:spcPct val="120000"/>
              </a:lnSpc>
              <a:buChar char="•"/>
            </a:pPr>
            <a:r>
              <a:rPr sz="1800">
                <a:solidFill>
                  <a:srgbClr val="434343"/>
                </a:solidFill>
                <a:latin typeface="Muli"/>
              </a:rPr>
              <a:t>"We ran out of time" is not a reason</a:t>
            </a:r>
          </a:p>
        </p:txBody>
      </p:sp>
      <p:pic>
        <p:nvPicPr>
          <p:cNvPr id="271" name="Picture 270" descr="V-s09-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An out-of-scope list: feature, why, where it goes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Carry this forward</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914400" y="1554480"/>
            <a:ext cx="7315200" cy="2377440"/>
          </a:xfrm>
          <a:prstGeom prst="rect">
            <a:avLst/>
          </a:prstGeom>
          <a:noFill/>
        </p:spPr>
        <p:txBody>
          <a:bodyPr wrap="square" anchor="ctr">
            <a:noAutofit/>
          </a:bodyPr>
          <a:lstStyle/>
          <a:p>
            <a:pPr algn="ctr">
              <a:buNone/>
            </a:pPr>
            <a:r>
              <a:rPr sz="2800" b="1">
                <a:solidFill>
                  <a:srgbClr val="006DAF"/>
                </a:solidFill>
                <a:latin typeface="Montserrat"/>
              </a:rPr>
              <a:t>A requirement is only real if someone else can check it.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7" name="Google Shape;137;p28"/>
          <p:cNvSpPr txBox="1"/>
          <p:nvPr>
            <p:ph type="title"/>
          </p:nvPr>
        </p:nvSpPr>
        <p:spPr>
          <a:xfrm>
            <a:off x="1143000" y="1746504"/>
            <a:ext cx="6858000" cy="164592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a:t>Overall System Architecture</a:t>
            </a:r>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One box, every actor, labelled arrows</a:t>
            </a:r>
            <a:endParaRPr b="1" sz="2500">
              <a:solidFill>
                <a:srgbClr val="006DAF"/>
              </a:solidFill>
              <a:latin typeface="Montserrat"/>
              <a:ea typeface="Montserrat"/>
              <a:cs typeface="Montserrat"/>
              <a:sym typeface="Montserrat"/>
            </a:endParaRPr>
          </a:p>
        </p:txBody>
      </p:sp>
      <p:pic>
        <p:nvPicPr>
          <p:cNvPr id="270" name="Picture 269" descr="V-s12-1_s.png"/>
          <p:cNvPicPr>
            <a:picLocks noChangeAspect="1"/>
          </p:cNvPicPr>
          <p:nvPr/>
        </p:nvPicPr>
        <p:blipFill>
          <a:blip r:embed="rId3"/>
          <a:stretch>
            <a:fillRect/>
          </a:stretch>
        </p:blipFill>
        <p:spPr>
          <a:xfrm>
            <a:off x="1524000" y="1143000"/>
            <a:ext cx="6095999" cy="3429000"/>
          </a:xfrm>
          <a:prstGeom prst="rect">
            <a:avLst/>
          </a:prstGeom>
        </p:spPr>
      </p:pic>
      <p:sp>
        <p:nvSpPr>
          <p:cNvPr id="271" name="TextBox 270"/>
          <p:cNvSpPr txBox="1"/>
          <p:nvPr/>
        </p:nvSpPr>
        <p:spPr>
          <a:xfrm>
            <a:off x="914400" y="4590288"/>
            <a:ext cx="7315200" cy="320040"/>
          </a:xfrm>
          <a:prstGeom prst="rect">
            <a:avLst/>
          </a:prstGeom>
          <a:noFill/>
        </p:spPr>
        <p:txBody>
          <a:bodyPr wrap="square">
            <a:noAutofit/>
          </a:bodyPr>
          <a:lstStyle/>
          <a:p>
            <a:pPr algn="ctr"/>
            <a:r>
              <a:rPr sz="1200">
                <a:solidFill>
                  <a:srgbClr val="666666"/>
                </a:solidFill>
              </a:rPr>
              <a:t>esp_watch's context diagram: no phone, no server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Seven subsystems, one diagram</a:t>
            </a:r>
            <a:endParaRPr b="1" sz="2500">
              <a:solidFill>
                <a:srgbClr val="006DAF"/>
              </a:solidFill>
              <a:latin typeface="Montserrat"/>
              <a:ea typeface="Montserrat"/>
              <a:cs typeface="Montserrat"/>
              <a:sym typeface="Montserrat"/>
            </a:endParaRPr>
          </a:p>
        </p:txBody>
      </p:sp>
      <p:pic>
        <p:nvPicPr>
          <p:cNvPr id="270" name="Picture 269" descr="V-s13-1_s.png"/>
          <p:cNvPicPr>
            <a:picLocks noChangeAspect="1"/>
          </p:cNvPicPr>
          <p:nvPr/>
        </p:nvPicPr>
        <p:blipFill>
          <a:blip r:embed="rId3"/>
          <a:stretch>
            <a:fillRect/>
          </a:stretch>
        </p:blipFill>
        <p:spPr>
          <a:xfrm>
            <a:off x="365760" y="1291590"/>
            <a:ext cx="4114800" cy="3086100"/>
          </a:xfrm>
          <a:prstGeom prst="rect">
            <a:avLst/>
          </a:prstGeom>
        </p:spPr>
      </p:pic>
      <p:sp>
        <p:nvSpPr>
          <p:cNvPr id="271" name="TextBox 270"/>
          <p:cNvSpPr txBox="1"/>
          <p:nvPr/>
        </p:nvSpPr>
        <p:spPr>
          <a:xfrm>
            <a:off x="914400" y="4590288"/>
            <a:ext cx="7315200" cy="320040"/>
          </a:xfrm>
          <a:prstGeom prst="rect">
            <a:avLst/>
          </a:prstGeom>
          <a:noFill/>
        </p:spPr>
        <p:txBody>
          <a:bodyPr wrap="square">
            <a:noAutofit/>
          </a:bodyPr>
          <a:lstStyle/>
          <a:p>
            <a:pPr algn="ctr"/>
            <a:r>
              <a:rPr sz="1200">
                <a:solidFill>
                  <a:srgbClr val="666666"/>
                </a:solidFill>
              </a:rPr>
              <a:t>Enclosure and backend are the ones forgotten</a:t>
            </a:r>
          </a:p>
        </p:txBody>
      </p:sp>
      <p:pic>
        <p:nvPicPr>
          <p:cNvPr id="272" name="Picture 271" descr="esp_watch-pcb_top.png"/>
          <p:cNvPicPr>
            <a:picLocks noChangeAspect="1"/>
          </p:cNvPicPr>
          <p:nvPr/>
        </p:nvPicPr>
        <p:blipFill>
          <a:blip r:embed="rId4"/>
          <a:stretch>
            <a:fillRect/>
          </a:stretch>
        </p:blipFill>
        <p:spPr>
          <a:xfrm>
            <a:off x="4946210" y="1188720"/>
            <a:ext cx="3549258" cy="3291839"/>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Every requirement gets one owner</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500">
                <a:solidFill>
                  <a:srgbClr val="434343"/>
                </a:solidFill>
                <a:latin typeface="Muli"/>
              </a:rPr>
              <a:t>One owner is responsible; others support</a:t>
            </a:r>
          </a:p>
          <a:p>
            <a:pPr marL="274320" indent="-274320">
              <a:lnSpc>
                <a:spcPct val="120000"/>
              </a:lnSpc>
              <a:spcAft>
                <a:spcPts val="1400"/>
              </a:spcAft>
              <a:buChar char="•"/>
            </a:pPr>
            <a:r>
              <a:rPr sz="1500">
                <a:solidFill>
                  <a:srgbClr val="434343"/>
                </a:solidFill>
                <a:latin typeface="Muli"/>
              </a:rPr>
              <a:t>Budget requirements: owned by the subsystem that manages the budget</a:t>
            </a:r>
          </a:p>
          <a:p>
            <a:pPr marL="274320" indent="-274320">
              <a:lnSpc>
                <a:spcPct val="120000"/>
              </a:lnSpc>
              <a:spcAft>
                <a:spcPts val="1400"/>
              </a:spcAft>
              <a:buChar char="•"/>
            </a:pPr>
            <a:r>
              <a:rPr sz="1500">
                <a:solidFill>
                  <a:srgbClr val="434343"/>
                </a:solidFill>
                <a:latin typeface="Muli"/>
              </a:rPr>
              <a:t>Orphan: a requirement no subsystem can own</a:t>
            </a:r>
          </a:p>
          <a:p>
            <a:pPr marL="274320" indent="-274320">
              <a:lnSpc>
                <a:spcPct val="120000"/>
              </a:lnSpc>
              <a:buChar char="•"/>
            </a:pPr>
            <a:r>
              <a:rPr sz="1500">
                <a:solidFill>
                  <a:srgbClr val="434343"/>
                </a:solidFill>
                <a:latin typeface="Muli"/>
              </a:rPr>
              <a:t>Unused subsystem: a forgotten requirement, or unnecessary</a:t>
            </a:r>
          </a:p>
        </p:txBody>
      </p:sp>
      <p:pic>
        <p:nvPicPr>
          <p:cNvPr id="271" name="Picture 270" descr="V-s14-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esp_watch: 8 of 9 requirements owned; FR-04 orphan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An orphan has three honest ways out</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FR-04: nothing stores readings across a semester</a:t>
            </a:r>
          </a:p>
          <a:p>
            <a:pPr marL="274320" indent="-274320">
              <a:lnSpc>
                <a:spcPct val="120000"/>
              </a:lnSpc>
              <a:spcAft>
                <a:spcPts val="1400"/>
              </a:spcAft>
              <a:buChar char="•"/>
            </a:pPr>
            <a:r>
              <a:rPr sz="1800">
                <a:solidFill>
                  <a:srgbClr val="434343"/>
                </a:solidFill>
                <a:latin typeface="Muli"/>
              </a:rPr>
              <a:t>Add a backend that the watch uploads to</a:t>
            </a:r>
          </a:p>
          <a:p>
            <a:pPr marL="274320" indent="-274320">
              <a:lnSpc>
                <a:spcPct val="120000"/>
              </a:lnSpc>
              <a:spcAft>
                <a:spcPts val="1400"/>
              </a:spcAft>
              <a:buChar char="•"/>
            </a:pPr>
            <a:r>
              <a:rPr sz="1800">
                <a:solidFill>
                  <a:srgbClr val="434343"/>
                </a:solidFill>
                <a:latin typeface="Muli"/>
              </a:rPr>
              <a:t>Let processing own it: store a few bytes per day</a:t>
            </a:r>
          </a:p>
          <a:p>
            <a:pPr marL="274320" indent="-274320">
              <a:lnSpc>
                <a:spcPct val="120000"/>
              </a:lnSpc>
              <a:buChar char="•"/>
            </a:pPr>
            <a:r>
              <a:rPr sz="1800">
                <a:solidFill>
                  <a:srgbClr val="434343"/>
                </a:solidFill>
                <a:latin typeface="Muli"/>
              </a:rPr>
              <a:t>Or move it out of version 1, and say so</a:t>
            </a:r>
          </a:p>
        </p:txBody>
      </p:sp>
      <p:pic>
        <p:nvPicPr>
          <p:cNvPr id="271" name="Picture 270" descr="V-s15-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The best choice depends on how much data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What's needed now runs on the device</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Decide where each job runs: device, phone or server</a:t>
            </a:r>
          </a:p>
          <a:p>
            <a:pPr marL="274320" indent="-274320">
              <a:lnSpc>
                <a:spcPct val="120000"/>
              </a:lnSpc>
              <a:spcAft>
                <a:spcPts val="1400"/>
              </a:spcAft>
              <a:buChar char="•"/>
            </a:pPr>
            <a:r>
              <a:rPr sz="1800">
                <a:solidFill>
                  <a:srgbClr val="434343"/>
                </a:solidFill>
                <a:latin typeface="Muli"/>
              </a:rPr>
              <a:t>Ask what the wearer sees when the link drops</a:t>
            </a:r>
          </a:p>
          <a:p>
            <a:pPr marL="274320" indent="-274320">
              <a:lnSpc>
                <a:spcPct val="120000"/>
              </a:lnSpc>
              <a:spcAft>
                <a:spcPts val="1400"/>
              </a:spcAft>
              <a:buChar char="•"/>
            </a:pPr>
            <a:r>
              <a:rPr sz="1800">
                <a:solidFill>
                  <a:srgbClr val="434343"/>
                </a:solidFill>
                <a:latin typeface="Muli"/>
              </a:rPr>
              <a:t>Heart rate, time and steps must work with no signal</a:t>
            </a:r>
          </a:p>
          <a:p>
            <a:pPr marL="274320" indent="-274320">
              <a:lnSpc>
                <a:spcPct val="120000"/>
              </a:lnSpc>
              <a:buChar char="•"/>
            </a:pPr>
            <a:r>
              <a:rPr sz="1800">
                <a:solidFill>
                  <a:srgbClr val="434343"/>
                </a:solidFill>
                <a:latin typeface="Muli"/>
              </a:rPr>
              <a:t>Only work that can wait should depend on a link</a:t>
            </a:r>
          </a:p>
        </p:txBody>
      </p:sp>
      <p:pic>
        <p:nvPicPr>
          <p:cNvPr id="271" name="Picture 270" descr="V-s16-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Where the work runs decides what survives a dropped link</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Send results, not raw signal</a:t>
            </a:r>
            <a:endParaRPr b="1" sz="2500">
              <a:solidFill>
                <a:srgbClr val="006DAF"/>
              </a:solidFill>
              <a:latin typeface="Montserrat"/>
              <a:ea typeface="Montserrat"/>
              <a:cs typeface="Montserrat"/>
              <a:sym typeface="Montserrat"/>
            </a:endParaRPr>
          </a:p>
        </p:txBody>
      </p:sp>
      <p:pic>
        <p:nvPicPr>
          <p:cNvPr id="270" name="Picture 269" descr="V-s17-1.png"/>
          <p:cNvPicPr>
            <a:picLocks noChangeAspect="1"/>
          </p:cNvPicPr>
          <p:nvPr/>
        </p:nvPicPr>
        <p:blipFill>
          <a:blip r:embed="rId3"/>
          <a:stretch>
            <a:fillRect/>
          </a:stretch>
        </p:blipFill>
        <p:spPr>
          <a:xfrm>
            <a:off x="1523999" y="1143000"/>
            <a:ext cx="6096000" cy="3429000"/>
          </a:xfrm>
          <a:prstGeom prst="rect">
            <a:avLst/>
          </a:prstGeom>
        </p:spPr>
      </p:pic>
      <p:sp>
        <p:nvSpPr>
          <p:cNvPr id="271" name="TextBox 270"/>
          <p:cNvSpPr txBox="1"/>
          <p:nvPr/>
        </p:nvSpPr>
        <p:spPr>
          <a:xfrm>
            <a:off x="914400" y="4590288"/>
            <a:ext cx="7315200" cy="320040"/>
          </a:xfrm>
          <a:prstGeom prst="rect">
            <a:avLst/>
          </a:prstGeom>
          <a:noFill/>
        </p:spPr>
        <p:txBody>
          <a:bodyPr wrap="square">
            <a:noAutofit/>
          </a:bodyPr>
          <a:lstStyle/>
          <a:p>
            <a:pPr algn="ctr"/>
            <a:r>
              <a:rPr sz="1200">
                <a:solidFill>
                  <a:srgbClr val="666666"/>
                </a:solidFill>
              </a:rPr>
              <a:t>Raw signal sends about 355 times more data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One connection, one-line reason</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No connection: no history beyond what the watch stores</a:t>
            </a:r>
          </a:p>
          <a:p>
            <a:pPr marL="274320" indent="-274320">
              <a:lnSpc>
                <a:spcPct val="120000"/>
              </a:lnSpc>
              <a:spcAft>
                <a:spcPts val="1400"/>
              </a:spcAft>
              <a:buChar char="•"/>
            </a:pPr>
            <a:r>
              <a:rPr sz="1800">
                <a:solidFill>
                  <a:srgbClr val="434343"/>
                </a:solidFill>
                <a:latin typeface="Muli"/>
              </a:rPr>
              <a:t>BLE to a phone: you build or depend on an app</a:t>
            </a:r>
          </a:p>
          <a:p>
            <a:pPr marL="274320" indent="-274320">
              <a:lnSpc>
                <a:spcPct val="120000"/>
              </a:lnSpc>
              <a:spcAft>
                <a:spcPts val="1400"/>
              </a:spcAft>
              <a:buChar char="•"/>
            </a:pPr>
            <a:r>
              <a:rPr sz="1800">
                <a:solidFill>
                  <a:srgbClr val="434343"/>
                </a:solidFill>
                <a:latin typeface="Muli"/>
              </a:rPr>
              <a:t>WiFi direct: higher power while connected; campus logins often block a watch</a:t>
            </a:r>
          </a:p>
          <a:p>
            <a:pPr marL="274320" indent="-274320">
              <a:lnSpc>
                <a:spcPct val="120000"/>
              </a:lnSpc>
              <a:buChar char="•"/>
            </a:pPr>
            <a:r>
              <a:rPr sz="1800">
                <a:solidFill>
                  <a:srgbClr val="434343"/>
                </a:solidFill>
                <a:latin typeface="Muli"/>
              </a:rPr>
              <a:t>esp_watch: WiFi once at first boot, then off</a:t>
            </a:r>
          </a:p>
        </p:txBody>
      </p:sp>
      <p:pic>
        <p:nvPicPr>
          <p:cNvPr id="271" name="Picture 270" descr="V-s18-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Three realistic routes for a wearable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7" name="Google Shape;137;p28"/>
          <p:cNvSpPr txBox="1"/>
          <p:nvPr>
            <p:ph type="title"/>
          </p:nvPr>
        </p:nvSpPr>
        <p:spPr>
          <a:xfrm>
            <a:off x="1143000" y="1746504"/>
            <a:ext cx="6858000" cy="164592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a:t>Operating Modes, Failure Behaviour and Decisions</a:t>
            </a:r>
            <a:endParaRP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States, events and transitions</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State: a mode the system stays in until an event</a:t>
            </a:r>
          </a:p>
          <a:p>
            <a:pPr marL="274320" indent="-274320">
              <a:lnSpc>
                <a:spcPct val="120000"/>
              </a:lnSpc>
              <a:spcAft>
                <a:spcPts val="1400"/>
              </a:spcAft>
              <a:buChar char="•"/>
            </a:pPr>
            <a:r>
              <a:rPr sz="1800">
                <a:solidFill>
                  <a:srgbClr val="434343"/>
                </a:solidFill>
                <a:latin typeface="Muli"/>
              </a:rPr>
              <a:t>Draw charging as an overlay, not a box</a:t>
            </a:r>
          </a:p>
          <a:p>
            <a:pPr marL="274320" indent="-274320">
              <a:lnSpc>
                <a:spcPct val="120000"/>
              </a:lnSpc>
              <a:spcAft>
                <a:spcPts val="1400"/>
              </a:spcAft>
              <a:buChar char="•"/>
            </a:pPr>
            <a:r>
              <a:rPr sz="1800">
                <a:solidFill>
                  <a:srgbClr val="434343"/>
                </a:solidFill>
                <a:latin typeface="Muli"/>
              </a:rPr>
              <a:t>Gap: no arrow for WiFi failing at boot</a:t>
            </a:r>
          </a:p>
          <a:p>
            <a:pPr marL="274320" indent="-274320">
              <a:lnSpc>
                <a:spcPct val="120000"/>
              </a:lnSpc>
              <a:buChar char="•"/>
            </a:pPr>
            <a:r>
              <a:rPr sz="1800">
                <a:solidFill>
                  <a:srgbClr val="434343"/>
                </a:solidFill>
                <a:latin typeface="Muli"/>
              </a:rPr>
              <a:t>Gap: no sleep state, so the screen stays on all day</a:t>
            </a:r>
          </a:p>
        </p:txBody>
      </p:sp>
      <p:pic>
        <p:nvPicPr>
          <p:cNvPr id="271" name="Picture 270" descr="V-s20-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esp_watch: always on, with gaps marked</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Degrade gracefully by default</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Graceful degradation: keep working, say plainly what is not</a:t>
            </a:r>
          </a:p>
          <a:p>
            <a:pPr marL="274320" indent="-274320">
              <a:lnSpc>
                <a:spcPct val="120000"/>
              </a:lnSpc>
              <a:spcAft>
                <a:spcPts val="1400"/>
              </a:spcAft>
              <a:buChar char="•"/>
            </a:pPr>
            <a:r>
              <a:rPr sz="1800">
                <a:solidFill>
                  <a:srgbClr val="434343"/>
                </a:solidFill>
                <a:latin typeface="Muli"/>
              </a:rPr>
              <a:t>Hard stop: continuing could damage something or mislead</a:t>
            </a:r>
          </a:p>
          <a:p>
            <a:pPr marL="274320" indent="-274320">
              <a:lnSpc>
                <a:spcPct val="120000"/>
              </a:lnSpc>
              <a:buChar char="•"/>
            </a:pPr>
            <a:r>
              <a:rPr sz="1800">
                <a:solidFill>
                  <a:srgbClr val="434343"/>
                </a:solidFill>
                <a:latin typeface="Muli"/>
              </a:rPr>
              <a:t>Each failure: how it is detected, what the wearer sees</a:t>
            </a:r>
          </a:p>
        </p:txBody>
      </p:sp>
      <p:pic>
        <p:nvPicPr>
          <p:cNvPr id="271" name="Picture 270" descr="V-s21-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Proposed failure mode table for esp_watch</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Judge bus health by reading a device</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A faulty heart-rate module corrupted the shared I²C bus</a:t>
            </a:r>
          </a:p>
          <a:p>
            <a:pPr marL="274320" indent="-274320">
              <a:lnSpc>
                <a:spcPct val="120000"/>
              </a:lnSpc>
              <a:spcAft>
                <a:spcPts val="1400"/>
              </a:spcAft>
              <a:buChar char="•"/>
            </a:pPr>
            <a:r>
              <a:rPr sz="1800">
                <a:solidFill>
                  <a:srgbClr val="434343"/>
                </a:solidFill>
                <a:latin typeface="Muli"/>
              </a:rPr>
              <a:t>The display showed garbage; the firmware reported nothing</a:t>
            </a:r>
          </a:p>
          <a:p>
            <a:pPr marL="274320" indent="-274320">
              <a:lnSpc>
                <a:spcPct val="120000"/>
              </a:lnSpc>
              <a:buChar char="•"/>
            </a:pPr>
            <a:r>
              <a:rPr sz="1800">
                <a:solidFill>
                  <a:srgbClr val="434343"/>
                </a:solidFill>
                <a:latin typeface="Muli"/>
              </a:rPr>
              <a:t>A failure you cannot detect is a failure you cannot handle</a:t>
            </a:r>
          </a:p>
        </p:txBody>
      </p:sp>
      <p:pic>
        <p:nvPicPr>
          <p:cNvPr id="271" name="Picture 270" descr="esp_watch-breadboard-photo_9.jpeg"/>
          <p:cNvPicPr>
            <a:picLocks noChangeAspect="1"/>
          </p:cNvPicPr>
          <p:nvPr/>
        </p:nvPicPr>
        <p:blipFill>
          <a:blip r:embed="rId3"/>
          <a:stretch>
            <a:fillRect/>
          </a:stretch>
        </p:blipFill>
        <p:spPr>
          <a:xfrm>
            <a:off x="620500" y="1188720"/>
            <a:ext cx="4062518" cy="3108959"/>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esp_watch breadboard: three devices on one I²C bus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The safest data never leaves the device</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Where does it live: device, phone or server?</a:t>
            </a:r>
          </a:p>
          <a:p>
            <a:pPr marL="274320" indent="-274320">
              <a:lnSpc>
                <a:spcPct val="120000"/>
              </a:lnSpc>
              <a:spcAft>
                <a:spcPts val="1400"/>
              </a:spcAft>
              <a:buChar char="•"/>
            </a:pPr>
            <a:r>
              <a:rPr sz="1800">
                <a:solidFill>
                  <a:srgbClr val="434343"/>
                </a:solidFill>
                <a:latin typeface="Muli"/>
              </a:rPr>
              <a:t>Who can read it?</a:t>
            </a:r>
          </a:p>
          <a:p>
            <a:pPr marL="274320" indent="-274320">
              <a:lnSpc>
                <a:spcPct val="120000"/>
              </a:lnSpc>
              <a:spcAft>
                <a:spcPts val="1400"/>
              </a:spcAft>
              <a:buChar char="•"/>
            </a:pPr>
            <a:r>
              <a:rPr sz="1800">
                <a:solidFill>
                  <a:srgbClr val="434343"/>
                </a:solidFill>
                <a:latin typeface="Muli"/>
              </a:rPr>
              <a:t>Does it leave the device, and is it protected?</a:t>
            </a:r>
          </a:p>
          <a:p>
            <a:pPr marL="274320" indent="-274320">
              <a:lnSpc>
                <a:spcPct val="120000"/>
              </a:lnSpc>
              <a:buChar char="•"/>
            </a:pPr>
            <a:r>
              <a:rPr sz="1800">
                <a:solidFill>
                  <a:srgbClr val="434343"/>
                </a:solidFill>
                <a:latin typeface="Muli"/>
              </a:rPr>
              <a:t>esp_watch: readings stay on the watch</a:t>
            </a:r>
          </a:p>
        </p:txBody>
      </p:sp>
      <p:pic>
        <p:nvPicPr>
          <p:cNvPr id="271" name="Picture 270" descr="V-s23-1.png"/>
          <p:cNvPicPr>
            <a:picLocks noChangeAspect="1"/>
          </p:cNvPicPr>
          <p:nvPr/>
        </p:nvPicPr>
        <p:blipFill>
          <a:blip r:embed="rId3"/>
          <a:stretch>
            <a:fillRect/>
          </a:stretch>
        </p:blipFill>
        <p:spPr>
          <a:xfrm>
            <a:off x="570992" y="1188720"/>
            <a:ext cx="4161536"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Every copy you send elsewhere must be protected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A decision note in four parts</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Tie the "why" to a requirement from A0</a:t>
            </a:r>
          </a:p>
          <a:p>
            <a:pPr marL="274320" indent="-274320">
              <a:lnSpc>
                <a:spcPct val="120000"/>
              </a:lnSpc>
              <a:spcAft>
                <a:spcPts val="1400"/>
              </a:spcAft>
              <a:buChar char="•"/>
            </a:pPr>
            <a:r>
              <a:rPr sz="1800">
                <a:solidFill>
                  <a:srgbClr val="434343"/>
                </a:solidFill>
                <a:latin typeface="Muli"/>
              </a:rPr>
              <a:t>"What it costs" becomes a list of follow-on work</a:t>
            </a:r>
          </a:p>
          <a:p>
            <a:pPr marL="274320" indent="-274320">
              <a:lnSpc>
                <a:spcPct val="120000"/>
              </a:lnSpc>
              <a:buChar char="•"/>
            </a:pPr>
            <a:r>
              <a:rPr sz="1800">
                <a:solidFill>
                  <a:srgbClr val="434343"/>
                </a:solidFill>
                <a:latin typeface="Muli"/>
              </a:rPr>
              <a:t>Changed your mind? Write a new note, keep the old</a:t>
            </a:r>
          </a:p>
        </p:txBody>
      </p:sp>
      <p:pic>
        <p:nvPicPr>
          <p:cNvPr id="271" name="Picture 270" descr="V-s24-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Reconstructed decision note for esp_watch</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Every stage has a pass/fail check</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Find the row, run the check</a:t>
            </a:r>
          </a:p>
          <a:p>
            <a:pPr marL="274320" indent="-274320">
              <a:lnSpc>
                <a:spcPct val="120000"/>
              </a:lnSpc>
              <a:spcAft>
                <a:spcPts val="1400"/>
              </a:spcAft>
              <a:buChar char="•"/>
            </a:pPr>
            <a:r>
              <a:rPr sz="1800">
                <a:solidFill>
                  <a:srgbClr val="434343"/>
                </a:solidFill>
                <a:latin typeface="Muli"/>
              </a:rPr>
              <a:t>Record the check, the date and the verdict</a:t>
            </a:r>
          </a:p>
          <a:p>
            <a:pPr marL="274320" indent="-274320">
              <a:lnSpc>
                <a:spcPct val="120000"/>
              </a:lnSpc>
              <a:buChar char="•"/>
            </a:pPr>
            <a:r>
              <a:rPr sz="1800">
                <a:solidFill>
                  <a:srgbClr val="434343"/>
                </a:solidFill>
                <a:latin typeface="Muli"/>
              </a:rPr>
              <a:t>Explain every difference from the reference watch</a:t>
            </a:r>
          </a:p>
        </p:txBody>
      </p:sp>
      <p:pic>
        <p:nvPicPr>
          <p:cNvPr id="271" name="Picture 270" descr="V-s25-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Part of the verification stack</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What a pass does not tell you</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914400" y="1554480"/>
            <a:ext cx="7315200" cy="2377440"/>
          </a:xfrm>
          <a:prstGeom prst="rect">
            <a:avLst/>
          </a:prstGeom>
          <a:noFill/>
        </p:spPr>
        <p:txBody>
          <a:bodyPr wrap="square" anchor="ctr">
            <a:noAutofit/>
          </a:bodyPr>
          <a:lstStyle/>
          <a:p>
            <a:pPr algn="ctr">
              <a:buNone/>
            </a:pPr>
            <a:r>
              <a:rPr sz="2800" b="1">
                <a:solidFill>
                  <a:srgbClr val="006DAF"/>
                </a:solidFill>
                <a:latin typeface="Montserrat"/>
              </a:rPr>
              <a:t>A clean DRC means "can be made", not "will work".</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Simulators don't model everything</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Wokwi has no MAX30102 heart-rate sensor</a:t>
            </a:r>
          </a:p>
          <a:p>
            <a:pPr marL="274320" indent="-274320">
              <a:lnSpc>
                <a:spcPct val="120000"/>
              </a:lnSpc>
              <a:spcAft>
                <a:spcPts val="1400"/>
              </a:spcAft>
              <a:buChar char="•"/>
            </a:pPr>
            <a:r>
              <a:rPr sz="1800">
                <a:solidFill>
                  <a:srgbClr val="434343"/>
                </a:solidFill>
                <a:latin typeface="Muli"/>
              </a:rPr>
              <a:t>A mock sensor returns made-up but realistic readings</a:t>
            </a:r>
          </a:p>
          <a:p>
            <a:pPr marL="274320" indent="-274320">
              <a:lnSpc>
                <a:spcPct val="120000"/>
              </a:lnSpc>
              <a:buChar char="•"/>
            </a:pPr>
            <a:r>
              <a:rPr sz="1800">
                <a:solidFill>
                  <a:srgbClr val="434343"/>
                </a:solidFill>
                <a:latin typeface="Muli"/>
              </a:rPr>
              <a:t>A simulator pass means "my logic is right"</a:t>
            </a:r>
          </a:p>
        </p:txBody>
      </p:sp>
      <p:pic>
        <p:nvPicPr>
          <p:cNvPr id="271" name="Picture 270" descr="V-s27-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A mock sensor stands in for the real one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One repo, small commits, clear messages</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Keep the whole design pack in one repository</a:t>
            </a:r>
          </a:p>
          <a:p>
            <a:pPr marL="274320" indent="-274320">
              <a:lnSpc>
                <a:spcPct val="120000"/>
              </a:lnSpc>
              <a:spcAft>
                <a:spcPts val="1400"/>
              </a:spcAft>
              <a:buChar char="•"/>
            </a:pPr>
            <a:r>
              <a:rPr sz="1800">
                <a:solidFill>
                  <a:srgbClr val="434343"/>
                </a:solidFill>
                <a:latin typeface="Muli"/>
              </a:rPr>
              <a:t>Commit small, commit often; say what changed</a:t>
            </a:r>
          </a:p>
          <a:p>
            <a:pPr marL="274320" indent="-274320">
              <a:lnSpc>
                <a:spcPct val="120000"/>
              </a:lnSpc>
              <a:buChar char="•"/>
            </a:pPr>
            <a:r>
              <a:rPr sz="1800">
                <a:solidFill>
                  <a:srgbClr val="434343"/>
                </a:solidFill>
                <a:latin typeface="Muli"/>
              </a:rPr>
              <a:t>Commit what you made; ignore what tools make</a:t>
            </a:r>
          </a:p>
        </p:txBody>
      </p:sp>
      <p:pic>
        <p:nvPicPr>
          <p:cNvPr id="271" name="Picture 270" descr="V-s28-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The repo is the design pack</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Tag exactly what you sent to the fab</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Commit the fabrication files and Gerber zip together</a:t>
            </a:r>
          </a:p>
          <a:p>
            <a:pPr marL="274320" indent="-274320">
              <a:lnSpc>
                <a:spcPct val="120000"/>
              </a:lnSpc>
              <a:spcAft>
                <a:spcPts val="1400"/>
              </a:spcAft>
              <a:buChar char="•"/>
            </a:pPr>
            <a:r>
              <a:rPr sz="1800">
                <a:solidFill>
                  <a:srgbClr val="434343"/>
                </a:solidFill>
                <a:latin typeface="Muli"/>
              </a:rPr>
              <a:t>Tag that commit with the board's revision</a:t>
            </a:r>
          </a:p>
          <a:p>
            <a:pPr marL="274320" indent="-274320">
              <a:lnSpc>
                <a:spcPct val="120000"/>
              </a:lnSpc>
              <a:spcAft>
                <a:spcPts val="1400"/>
              </a:spcAft>
              <a:buChar char="•"/>
            </a:pPr>
            <a:r>
              <a:rPr sz="1800">
                <a:solidFill>
                  <a:srgbClr val="434343"/>
                </a:solidFill>
                <a:latin typeface="Muli"/>
              </a:rPr>
              <a:t>Same revision in tag, title block and silkscreen</a:t>
            </a:r>
          </a:p>
          <a:p>
            <a:pPr marL="274320" indent="-274320">
              <a:lnSpc>
                <a:spcPct val="120000"/>
              </a:lnSpc>
              <a:buChar char="•"/>
            </a:pPr>
            <a:r>
              <a:rPr sz="1800">
                <a:solidFill>
                  <a:srgbClr val="434343"/>
                </a:solidFill>
                <a:latin typeface="Muli"/>
              </a:rPr>
              <a:t>Never move or reuse a tag</a:t>
            </a:r>
          </a:p>
        </p:txBody>
      </p:sp>
      <p:pic>
        <p:nvPicPr>
          <p:cNvPr id="271" name="Picture 270" descr="V-s29-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One revision, three places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System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Recap</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48640" y="1325880"/>
            <a:ext cx="8046720" cy="329184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A0 · Requirements with a number, a condition and a check</a:t>
            </a:r>
          </a:p>
          <a:p>
            <a:pPr marL="274320" indent="-274320">
              <a:lnSpc>
                <a:spcPct val="120000"/>
              </a:lnSpc>
              <a:spcAft>
                <a:spcPts val="1400"/>
              </a:spcAft>
              <a:buChar char="•"/>
            </a:pPr>
            <a:r>
              <a:rPr sz="1800">
                <a:solidFill>
                  <a:srgbClr val="434343"/>
                </a:solidFill>
                <a:latin typeface="Muli"/>
              </a:rPr>
              <a:t>A1 · One page, and every requirement has an owner</a:t>
            </a:r>
          </a:p>
          <a:p>
            <a:pPr marL="274320" indent="-274320">
              <a:lnSpc>
                <a:spcPct val="120000"/>
              </a:lnSpc>
              <a:spcAft>
                <a:spcPts val="1400"/>
              </a:spcAft>
              <a:buChar char="•"/>
            </a:pPr>
            <a:r>
              <a:rPr sz="1800">
                <a:solidFill>
                  <a:srgbClr val="434343"/>
                </a:solidFill>
                <a:latin typeface="Muli"/>
              </a:rPr>
              <a:t>A2 · States, failures and decisions written down</a:t>
            </a:r>
          </a:p>
          <a:p>
            <a:pPr marL="274320" indent="-274320">
              <a:lnSpc>
                <a:spcPct val="120000"/>
              </a:lnSpc>
              <a:buChar char="•"/>
            </a:pPr>
            <a:r>
              <a:rPr sz="1800">
                <a:solidFill>
                  <a:srgbClr val="434343"/>
                </a:solidFill>
                <a:latin typeface="Muli"/>
              </a:rPr>
              <a:t>Reference · Check every stage; tag what you send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 content master">
  <a:themeElements>
    <a:clrScheme name="Simple Light">
      <a:dk1>
        <a:srgbClr val="000000"/>
      </a:dk1>
      <a:lt1>
        <a:srgbClr val="FFFFFF"/>
      </a:lt1>
      <a:dk2>
        <a:srgbClr val="595959"/>
      </a:dk2>
      <a:lt2>
        <a:srgbClr val="EEEEEE"/>
      </a:lt2>
      <a:accent1>
        <a:srgbClr val="3EB5E4"/>
      </a:accent1>
      <a:accent2>
        <a:srgbClr val="006DAF"/>
      </a:accent2>
      <a:accent3>
        <a:srgbClr val="26A0DD"/>
      </a:accent3>
      <a:accent4>
        <a:srgbClr val="006DAF"/>
      </a:accent4>
      <a:accent5>
        <a:srgbClr val="4FC3F7"/>
      </a:accent5>
      <a:accent6>
        <a:srgbClr val="F4B400"/>
      </a:accent6>
      <a:hlink>
        <a:srgbClr val="08589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