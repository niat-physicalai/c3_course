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 id="2147483672" r:id="rId4"/>
  </p:sldMasterIdLst>
  <p:notesMasterIdLst>
    <p:notesMasterId r:id="rId5"/>
  </p:notesMasterIdLst>
  <p:sldIdLst>
    <p:sldId id="296" r:id="rId60"/>
    <p:sldId id="297" r:id="rId61"/>
    <p:sldId id="298" r:id="rId62"/>
    <p:sldId id="299" r:id="rId63"/>
    <p:sldId id="300" r:id="rId64"/>
    <p:sldId id="301" r:id="rId65"/>
    <p:sldId id="302" r:id="rId66"/>
    <p:sldId id="303" r:id="rId67"/>
    <p:sldId id="304" r:id="rId68"/>
    <p:sldId id="305" r:id="rId69"/>
    <p:sldId id="306" r:id="rId70"/>
    <p:sldId id="307" r:id="rId71"/>
    <p:sldId id="308" r:id="rId72"/>
    <p:sldId id="309" r:id="rId73"/>
    <p:sldId id="310" r:id="rId74"/>
    <p:sldId id="311" r:id="rId75"/>
    <p:sldId id="312" r:id="rId76"/>
    <p:sldId id="313" r:id="rId77"/>
    <p:sldId id="314" r:id="rId78"/>
    <p:sldId id="315" r:id="rId79"/>
    <p:sldId id="316" r:id="rId80"/>
    <p:sldId id="317" r:id="rId81"/>
    <p:sldId id="318" r:id="rId82"/>
    <p:sldId id="319" r:id="rId83"/>
    <p:sldId id="320" r:id="rId84"/>
    <p:sldId id="321" r:id="rId85"/>
    <p:sldId id="322" r:id="rId86"/>
    <p:sldId id="323" r:id="rId87"/>
    <p:sldId id="324" r:id="rId88"/>
    <p:sldId id="325" r:id="rId89"/>
    <p:sldId id="326" r:id="rId90"/>
    <p:sldId id="327" r:id="rId91"/>
  </p:sldIdLst>
  <p:sldSz cy="5143500" cx="9144000"/>
  <p:notesSz cx="5143500" cy="9144000"/>
  <p:embeddedFontLst>
    <p:embeddedFont>
      <p:font typeface="Montserrat SemiBold"/>
      <p:regular r:id="rId46"/>
      <p:bold r:id="rId47"/>
      <p:italic r:id="rId48"/>
      <p:boldItalic r:id="rId49"/>
    </p:embeddedFont>
    <p:embeddedFont>
      <p:font typeface="Montserrat"/>
      <p:regular r:id="rId50"/>
      <p:bold r:id="rId51"/>
      <p:italic r:id="rId52"/>
      <p:boldItalic r:id="rId53"/>
    </p:embeddedFont>
    <p:embeddedFont>
      <p:font typeface="Montserrat Medium"/>
      <p:regular r:id="rId54"/>
      <p:bold r:id="rId55"/>
      <p:italic r:id="rId56"/>
      <p:boldItalic r:id="rId57"/>
    </p:embeddedFont>
    <p:embeddedFont>
      <p:font typeface="Lexend"/>
      <p:regular r:id="rId58"/>
      <p:bold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46" Type="http://schemas.openxmlformats.org/officeDocument/2006/relationships/font" Target="fonts/MontserratSemiBold-regular.fntdata"/><Relationship Id="rId47" Type="http://schemas.openxmlformats.org/officeDocument/2006/relationships/font" Target="fonts/MontserratSemiBold-bold.fntdata"/><Relationship Id="rId48" Type="http://schemas.openxmlformats.org/officeDocument/2006/relationships/font" Target="fonts/MontserratSemiBold-italic.fntdata"/><Relationship Id="rId49" Type="http://schemas.openxmlformats.org/officeDocument/2006/relationships/font" Target="fonts/MontserratSemiBold-boldItalic.fntdata"/><Relationship Id="rId50" Type="http://schemas.openxmlformats.org/officeDocument/2006/relationships/font" Target="fonts/Montserrat-regular.fntdata"/><Relationship Id="rId51" Type="http://schemas.openxmlformats.org/officeDocument/2006/relationships/font" Target="fonts/Montserrat-bold.fntdata"/><Relationship Id="rId52" Type="http://schemas.openxmlformats.org/officeDocument/2006/relationships/font" Target="fonts/Montserrat-italic.fntdata"/><Relationship Id="rId53" Type="http://schemas.openxmlformats.org/officeDocument/2006/relationships/font" Target="fonts/Montserrat-boldItalic.fntdata"/><Relationship Id="rId54" Type="http://schemas.openxmlformats.org/officeDocument/2006/relationships/font" Target="fonts/MontserratMedium-regular.fntdata"/><Relationship Id="rId55" Type="http://schemas.openxmlformats.org/officeDocument/2006/relationships/font" Target="fonts/MontserratMedium-bold.fntdata"/><Relationship Id="rId56" Type="http://schemas.openxmlformats.org/officeDocument/2006/relationships/font" Target="fonts/MontserratMedium-italic.fntdata"/><Relationship Id="rId57" Type="http://schemas.openxmlformats.org/officeDocument/2006/relationships/font" Target="fonts/MontserratMedium-boldItalic.fntdata"/><Relationship Id="rId58" Type="http://schemas.openxmlformats.org/officeDocument/2006/relationships/font" Target="fonts/Lexend-regular.fntdata"/><Relationship Id="rId59" Type="http://schemas.openxmlformats.org/officeDocument/2006/relationships/font" Target="fonts/Lexend-bold.fntdata"/><Relationship Id="rId60" Type="http://schemas.openxmlformats.org/officeDocument/2006/relationships/slide" Target="slides/slide41.xml"/><Relationship Id="rId61" Type="http://schemas.openxmlformats.org/officeDocument/2006/relationships/slide" Target="slides/slide42.xml"/><Relationship Id="rId62" Type="http://schemas.openxmlformats.org/officeDocument/2006/relationships/slide" Target="slides/slide43.xml"/><Relationship Id="rId63" Type="http://schemas.openxmlformats.org/officeDocument/2006/relationships/slide" Target="slides/slide44.xml"/><Relationship Id="rId64" Type="http://schemas.openxmlformats.org/officeDocument/2006/relationships/slide" Target="slides/slide45.xml"/><Relationship Id="rId65" Type="http://schemas.openxmlformats.org/officeDocument/2006/relationships/slide" Target="slides/slide46.xml"/><Relationship Id="rId66" Type="http://schemas.openxmlformats.org/officeDocument/2006/relationships/slide" Target="slides/slide47.xml"/><Relationship Id="rId67" Type="http://schemas.openxmlformats.org/officeDocument/2006/relationships/slide" Target="slides/slide48.xml"/><Relationship Id="rId68" Type="http://schemas.openxmlformats.org/officeDocument/2006/relationships/slide" Target="slides/slide49.xml"/><Relationship Id="rId69" Type="http://schemas.openxmlformats.org/officeDocument/2006/relationships/slide" Target="slides/slide50.xml"/><Relationship Id="rId70" Type="http://schemas.openxmlformats.org/officeDocument/2006/relationships/slide" Target="slides/slide51.xml"/><Relationship Id="rId71" Type="http://schemas.openxmlformats.org/officeDocument/2006/relationships/slide" Target="slides/slide52.xml"/><Relationship Id="rId72" Type="http://schemas.openxmlformats.org/officeDocument/2006/relationships/slide" Target="slides/slide53.xml"/><Relationship Id="rId73" Type="http://schemas.openxmlformats.org/officeDocument/2006/relationships/slide" Target="slides/slide54.xml"/><Relationship Id="rId74" Type="http://schemas.openxmlformats.org/officeDocument/2006/relationships/slide" Target="slides/slide55.xml"/><Relationship Id="rId75" Type="http://schemas.openxmlformats.org/officeDocument/2006/relationships/slide" Target="slides/slide56.xml"/><Relationship Id="rId76" Type="http://schemas.openxmlformats.org/officeDocument/2006/relationships/slide" Target="slides/slide57.xml"/><Relationship Id="rId77" Type="http://schemas.openxmlformats.org/officeDocument/2006/relationships/slide" Target="slides/slide58.xml"/><Relationship Id="rId78" Type="http://schemas.openxmlformats.org/officeDocument/2006/relationships/slide" Target="slides/slide59.xml"/><Relationship Id="rId79" Type="http://schemas.openxmlformats.org/officeDocument/2006/relationships/slide" Target="slides/slide60.xml"/><Relationship Id="rId80" Type="http://schemas.openxmlformats.org/officeDocument/2006/relationships/slide" Target="slides/slide61.xml"/><Relationship Id="rId81" Type="http://schemas.openxmlformats.org/officeDocument/2006/relationships/slide" Target="slides/slide62.xml"/><Relationship Id="rId82" Type="http://schemas.openxmlformats.org/officeDocument/2006/relationships/slide" Target="slides/slide63.xml"/><Relationship Id="rId83" Type="http://schemas.openxmlformats.org/officeDocument/2006/relationships/slide" Target="slides/slide64.xml"/><Relationship Id="rId84" Type="http://schemas.openxmlformats.org/officeDocument/2006/relationships/slide" Target="slides/slide65.xml"/><Relationship Id="rId85" Type="http://schemas.openxmlformats.org/officeDocument/2006/relationships/slide" Target="slides/slide66.xml"/><Relationship Id="rId86" Type="http://schemas.openxmlformats.org/officeDocument/2006/relationships/slide" Target="slides/slide67.xml"/><Relationship Id="rId87" Type="http://schemas.openxmlformats.org/officeDocument/2006/relationships/slide" Target="slides/slide68.xml"/><Relationship Id="rId88" Type="http://schemas.openxmlformats.org/officeDocument/2006/relationships/slide" Target="slides/slide69.xml"/><Relationship Id="rId89" Type="http://schemas.openxmlformats.org/officeDocument/2006/relationships/slide" Target="slides/slide70.xml"/><Relationship Id="rId90" Type="http://schemas.openxmlformats.org/officeDocument/2006/relationships/slide" Target="slides/slide71.xml"/><Relationship Id="rId91"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B0, B1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Most sensors in connected products fall into seven families. The middle column matters most: what the sensor actually measures is often not the thing you care about. Families overlap, so use the table to widen your search, not to limit it. Read more: B0 — Common Sensors, and Choosing the Right One for the Job</a:t>
            </a:r>
          </a:p>
          <a:p/>
          <a:p>
            <a:r>
              <a:t>Sources: B0#seven-families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proxy usually moves with the measurand, but not always: clapping looks like steps, a still person is invisible to PIR. Every inference adds a way to be wrong. The list of when each proxy lies becomes part of your A2 failure table. Read more: B0 — Common Sensors, and Choosing the Right One for the Job</a:t>
            </a:r>
          </a:p>
          <a:p/>
          <a:p>
            <a:r>
              <a:t>Sources: B0#sensing-is-measuring-a-stand-in, B0#seven-families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Work through the questions in order: physical quantity, contact, range and resolution, response time, environment, output type, power, cost, and which error is more expensive. The last one changes decisions most. On the conveyor, the cap check is where money should go. Read more: B0 — Common Sensors, and Choosing the Right One for the Job</a:t>
            </a:r>
          </a:p>
          <a:p/>
          <a:p>
            <a:r>
              <a:t>Sources: B0#the-questions-in-order, B0#worked-example-2-three-sensing-jobs-in-one-machine</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wearing position, the user's tolerance and the failure modes decided it. Heart-rate error during activity was on average about 30% higher than at rest, and PPG can lock on to the rhythm of walking: signal crossover. A gym machine with metal hand grips would reasonably choose ECG. Read more: B0 — Common Sensors, and Choosing the Right One for the Job</a:t>
            </a:r>
          </a:p>
          <a:p/>
          <a:p>
            <a:r>
              <a:t>Sources: B0#worked-example-1-heart-rate-from-a-wrist-without-the-wearer-doing-anything, B0#the-matrix</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Pins cost more than speed on a small board. Sharing is both the strength and the weakness of a bus: devices share bus time, pull-ups and the fate of the bus. And some interfaces cannot read back: the SSD1306 in SPI mode allows only write operations. Read more: B1 — Talking to Sensors: Choosing the Interface</a:t>
            </a:r>
          </a:p>
          <a:p/>
          <a:p>
            <a:r>
              <a:t>Sources: B1#the-interfaces-side-by-side</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full screen at 10 MHz SPI takes 0.82 ms, against about 25 ms on I²C at 400 kHz. For each peripheral, ask what the part offers, how many pins you can spend, how much data, how many devices share the connection, how far it travels and how it fails. Writing down the reasoning lets someone make the call later. Read more: B1 — Talking to Sensors: Choosing the Interface</a:t>
            </a:r>
          </a:p>
          <a:p/>
          <a:p>
            <a:r>
              <a:t>Sources: B1#worked-example-should-espwatchs-display-move-to-spi, B1#choosing-peripheral-by-peripheral</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With the motion sensor's AD0 unconnected, it appeared and disappeared between scans, with 6% to 80% of reads failing. An analog reading from a floating pin looks like data. Because nothing is read back from a write-only display, check the bus with a device you read from. Read more: B1 — Talking to Sensors: Choosing the Interface</a:t>
            </a:r>
          </a:p>
          <a:p/>
          <a:p>
            <a:r>
              <a:t>Sources: B1#when-interfaces-fail</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B2, B3</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block diagram sits between the subsystem breakdown and the schematic. It is not a sketch to throw away: it is the document you check the schematic against. A schematic connection the block diagram lacks is either an undocumented decision or a mistake. Read more: B2 — Hardware Architecture and Block Diagram</a:t>
            </a:r>
          </a:p>
          <a:p/>
          <a:p>
            <a:r>
              <a:t>Sources: B2#what-a-hardware-block-diagram-shows, B2#the-block-diagram</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block diagram shows that two blocks connect; the interface table says exactly how. A green MAX30102 module held the shared bus at 1.82 V instead of 3.3 V, and powering the MPU-6050 module from 5 V stopped it responding. The data-rate column is the one students skip. Read more: B2 — Hardware Architecture and Block Diagram</a:t>
            </a:r>
          </a:p>
          <a:p/>
          <a:p>
            <a:r>
              <a:t>Sources: B2#the-interface-table, B2#the-interface-table-1, B2#what-the-reference-watch-learned-the-hard-way</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 I²C every byte is followed by an acknowledge bit, so each byte takes 9 clock pulses. The prediction is close at both speeds; at 400 kHz the ignored overheads become a bigger share. One decision, visible from a data-rate column, protects the sensors' share of the bus. Read more: B2 — Hardware Architecture and Block Diagram</a:t>
            </a:r>
          </a:p>
          <a:p/>
          <a:p>
            <a:r>
              <a:t>Sources: B2#worked-example-predicting-a-display-update</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esp_watch uses the Seeed Studio XIAO ESP32-C3: WiFi and Bluetooth, 400 KB of SRAM, 4 MB of flash and 11 pins. Its interface table needs only four signal pins. The XIAO carries an FCC certification, which is the work a module saves you. Read more: B3 — Electrical Architecture: MCU, Power, Buses and Pins</a:t>
            </a:r>
          </a:p>
          <a:p/>
          <a:p>
            <a:r>
              <a:t>Sources: B3#what-do-you-actually-need, B3#module-or-bare-chip</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charger and regulator are on the XIAO. The slide switch sits between the cell and the BAT pads, so with it off the cell is disconnected from everything, including the charger. Seeed lists a maximum 3.3 V output current of 500 mA; the largest modelled load, a WiFi burst, averages about 100 mA. Read more: B3 — Electrical Architecture: MCU, Power, Buses and Pins</a:t>
            </a:r>
          </a:p>
          <a:p/>
          <a:p>
            <a:r>
              <a:t>Sources: B3#the-power-tree, B3#decoupling-and-protection</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current budget lists every operating mode, its current and how long the device spends there. esp_watch's figures come from a power model, not from measurement. The electrical architecture sets the ceiling; the firmware decides how close you get to it, so write the budget per mode, not as one number. Read more: B3 — Electrical Architecture: MCU, Power, Buses and Pins</a:t>
            </a:r>
          </a:p>
          <a:p/>
          <a:p>
            <a:r>
              <a:t>Sources: B3#worked-example-hours-or-days-duty-cycling-the-heart-rate-sensor, B3#the-current-budget</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I²C lines are open-drain: devices only pull LOW, and a pull-up resistor pulls the line back HIGH. The specification turns both limits into R_min and R_max. esp_watch's carrier board adds no pull-ups: the three modules' own pairs stay fitted. Read more: B3 — Electrical Architecture: MCU, Power, Buses and Pins</a:t>
            </a:r>
          </a:p>
          <a:p/>
          <a:p>
            <a:r>
              <a:t>Sources: B3#sizing-pull-up-resistors, B3#worked-example-how-many-pull-ups-is-too-many</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Strapping pins are read at the moment the chip starts up. On the ESP32-C3 they are GPIO2, GPIO8 and GPIO9, brought out as D0, D8 and D9; the simplest safe rule is to keep all three high at reset. Espressif no longer supports single ADC2 readings, so use ADC1 for analog. Read more: B3 — Electrical Architecture: MCU, Power, Buses and Pins</a:t>
            </a:r>
          </a:p>
          <a:p/>
          <a:p>
            <a:r>
              <a:t>Sources: B3#not-all-pins-are-equal, B3#worked-example-espwatchs-pin-map</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Sources: B4, B5</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marketplace module has no datasheet of its own, no revision history and no promise that next month's batch is the same design. For a first, hand-soldered design, a module is often the correct engineering choice; what matters is that you can say why. Read more: B4 — Component Selection: Modules or Discrete ICs?</a:t>
            </a:r>
          </a:p>
          <a:p/>
          <a:p>
            <a:r>
              <a:t>Sources: B4#what-you-gain-and-what-you-give-up, B4#deciding-per-part</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Absolute maximum ratings are where the part may be permanently damaged; they are not operating conditions. The MAX30102 needs two supplies, so a module built around it must generate 1.8 V somewhere. esp_watch's green module tied its I²C lines to 1.8 V and broke the bus; the black one used 3.3 V and worked. Read more: B4 — Component Selection: Modules or Discrete ICs?</a:t>
            </a:r>
          </a:p>
          <a:p/>
          <a:p>
            <a:r>
              <a:t>Sources: B4#absolute-maximum-vs-recommended-operating-conditions, B4#the-modules-listing-is-not-the-chips-datasheet</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Weights run from 1, minor, to 3, critical; scores from 0, fails, to 2, good. A matrix makes your reasoning visible but does not make the decision for you. On the day the unit was written, three of esp_watch's four modules were out of stock at Robu, so a second supplier is not a luxury. Read more: B4 — Component Selection: Modules or Discrete ICs?</a:t>
            </a:r>
          </a:p>
          <a:p/>
          <a:p>
            <a:r>
              <a:t>Sources: B4#the-comparison-matrix, B4#worked-example-three-ways-to-measure-heart-rate, B4#parametric-search-and-stock, B4#the-preliminary-bom</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resistor charging a capacitor produces a curve, not a step. 4.7 kΩ passes at 400 kHz with margin; 10 kΩ breaks the 300 ns limit but passes easily at 100 kHz; 1.57 kΩ gives very fast edges but asks every device to sink more current. Build all three in Falstad and compare the scopes. Read more: B5 — Virtual Prototyping</a:t>
            </a:r>
          </a:p>
          <a:p/>
          <a:p>
            <a:r>
              <a:t>Sources: B5#two-simulators-two-questions, B5#pull-up-rise-time, B5#worked-example-three-pull-up-values</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device on a bus must agree on the voltage that means HIGH. Sometimes a receiver read the idle line as HIGH, sometimes as LOW, which produces 80% failures on one device and occasional success on another. The fixes, in order: a module whose bus sits at your voltage, its pull-up jumper, or a bidirectional level shifter. Read more: B5 — Virtual Prototyping</a:t>
            </a:r>
          </a:p>
          <a:p/>
          <a:p>
            <a:r>
              <a:t>Sources: B5#when-the-bus-sits-at-the-wrong-voltage, B3#bus-voltage-and-addresses</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esp_watch does not measure its battery, but many battery products do, with a divider. A reading in the first 250 ms after power-up will be low. With example values, below about 3.65 V at rest a 300 mA radio burst pulls the regulator's input too low; if the rail dips far enough, the brownout detector resets the microcontroller. Read more: B5 — Virtual Prototyping</a:t>
            </a:r>
          </a:p>
          <a:p/>
          <a:p>
            <a:r>
              <a:t>Sources: B5#a-battery-dividers-settling-time, B5#supply-dips-under-load</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Wokwi simulates the ESP32-C3, the SSD1306, the MPU-6050 and pushbuttons, so the sketch you test is the sketch you would flash. The mock returns a heart rate that drifts slowly between about 66 and 78 bpm. The bus scan should find 0x3C and 0x68, but not 0x57, because the mock has no bus address. Read more: B5 — Virtual Prototyping</a:t>
            </a:r>
          </a:p>
          <a:p/>
          <a:p>
            <a:r>
              <a:t>Sources: B5#building-the-virtual-watch, B5#the-mock-sensor</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Wokwi logic analyser saves a .vcd file; open it in PulseView and add the I²C decoder. One screen update takes as long as about 65 sensor reads, which confirms B2 from the other direction: on a shared bus, the display is the heavy user. Read more: B5 — Virtual Prototyping</a:t>
            </a:r>
          </a:p>
          <a:p/>
          <a:p>
            <a:r>
              <a:t>Sources: B5#what-an-i²c-transaction-looks-like, B5#worked-example-how-long-does-one-sensor-read-take</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esp_watch's two worst breadboard faults, a floating address pin and a module on the wrong voltage, fall between the two tools. Next to each simulation result, write down what it did not include, so the funded build knows what to check first. Read more: B5 — Virtual Prototyping</a:t>
            </a:r>
          </a:p>
          <a:p/>
          <a:p>
            <a:r>
              <a:t>Sources: B5#what-each-simulator-cannot-tell-you, B5#what-comes-next</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Together these turn the subsystem breakdown into a block diagram, interface table and parts list the schematic is built from.</a:t>
            </a:r>
          </a:p>
          <a:p/>
          <a:p>
            <a:r>
              <a:t>Sources: B0, B1, B2, B3, B4, B5</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jpg"/><Relationship Id="rId3" Type="http://schemas.openxmlformats.org/officeDocument/2006/relationships/image" Target="../media/image1.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lcome" type="title">
  <p:cSld name="TITLE">
    <p:spTree>
      <p:nvGrpSpPr>
        <p:cNvPr id="13" name="Shape 13"/>
        <p:cNvGrpSpPr/>
        <p:nvPr/>
      </p:nvGrpSpPr>
      <p:grpSpPr>
        <a:xfrm>
          <a:off x="0" y="0"/>
          <a:ext cx="0" cy="0"/>
          <a:chOff x="0" y="0"/>
          <a:chExt cx="0" cy="0"/>
        </a:xfrm>
      </p:grpSpPr>
      <p:pic>
        <p:nvPicPr>
          <p:cNvPr id="14" name="Google Shape;14;p4"/>
          <p:cNvPicPr preferRelativeResize="0"/>
          <p:nvPr/>
        </p:nvPicPr>
        <p:blipFill>
          <a:blip r:embed="rId2">
            <a:alphaModFix/>
          </a:blip>
          <a:stretch>
            <a:fillRect/>
          </a:stretch>
        </p:blipFill>
        <p:spPr>
          <a:xfrm>
            <a:off x="-9" y="-1"/>
            <a:ext cx="9144018" cy="5143501"/>
          </a:xfrm>
          <a:prstGeom prst="rect">
            <a:avLst/>
          </a:prstGeom>
          <a:noFill/>
          <a:ln>
            <a:noFill/>
          </a:ln>
        </p:spPr>
      </p:pic>
      <p:pic>
        <p:nvPicPr>
          <p:cNvPr id="15" name="Google Shape;15;p4"/>
          <p:cNvPicPr preferRelativeResize="0"/>
          <p:nvPr/>
        </p:nvPicPr>
        <p:blipFill>
          <a:blip r:embed="rId3">
            <a:alphaModFix/>
          </a:blip>
          <a:stretch>
            <a:fillRect/>
          </a:stretch>
        </p:blipFill>
        <p:spPr>
          <a:xfrm>
            <a:off x="3325400" y="830300"/>
            <a:ext cx="3043374" cy="1462224"/>
          </a:xfrm>
          <a:prstGeom prst="rect">
            <a:avLst/>
          </a:prstGeom>
          <a:noFill/>
          <a:ln>
            <a:noFill/>
          </a:ln>
        </p:spPr>
      </p:pic>
      <p:sp>
        <p:nvSpPr>
          <p:cNvPr id="16" name="Google Shape;16;p4"/>
          <p:cNvSpPr txBox="1"/>
          <p:nvPr/>
        </p:nvSpPr>
        <p:spPr>
          <a:xfrm>
            <a:off x="2558100" y="3411025"/>
            <a:ext cx="4027800" cy="785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US" sz="5300">
                <a:solidFill>
                  <a:srgbClr val="FFFFFF"/>
                </a:solidFill>
                <a:latin typeface="Montserrat"/>
                <a:ea typeface="Montserrat"/>
                <a:cs typeface="Montserrat"/>
                <a:sym typeface="Montserrat"/>
              </a:rPr>
              <a:t>WELCOME</a:t>
            </a:r>
            <a:endParaRPr b="1" sz="4300">
              <a:solidFill>
                <a:srgbClr val="FFFF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akeaways">
  <p:cSld name="CUSTOM_1">
    <p:spTree>
      <p:nvGrpSpPr>
        <p:cNvPr id="17" name="Shape 17"/>
        <p:cNvGrpSpPr/>
        <p:nvPr/>
      </p:nvGrpSpPr>
      <p:grpSpPr>
        <a:xfrm>
          <a:off x="0" y="0"/>
          <a:ext cx="0" cy="0"/>
          <a:chOff x="0" y="0"/>
          <a:chExt cx="0" cy="0"/>
        </a:xfrm>
      </p:grpSpPr>
      <p:pic>
        <p:nvPicPr>
          <p:cNvPr id="18" name="Google Shape;18;p5"/>
          <p:cNvPicPr preferRelativeResize="0"/>
          <p:nvPr/>
        </p:nvPicPr>
        <p:blipFill rotWithShape="1">
          <a:blip r:embed="rId2">
            <a:alphaModFix/>
          </a:blip>
          <a:srcRect b="37992" l="0" r="0" t="0"/>
          <a:stretch/>
        </p:blipFill>
        <p:spPr>
          <a:xfrm>
            <a:off x="5478943" y="2406745"/>
            <a:ext cx="2245125" cy="2690649"/>
          </a:xfrm>
          <a:prstGeom prst="rect">
            <a:avLst/>
          </a:prstGeom>
          <a:noFill/>
          <a:ln>
            <a:noFill/>
          </a:ln>
        </p:spPr>
      </p:pic>
      <p:pic>
        <p:nvPicPr>
          <p:cNvPr id="19" name="Google Shape;19;p5"/>
          <p:cNvPicPr preferRelativeResize="0"/>
          <p:nvPr/>
        </p:nvPicPr>
        <p:blipFill rotWithShape="1">
          <a:blip r:embed="rId3">
            <a:alphaModFix/>
          </a:blip>
          <a:srcRect b="0" l="0" r="0" t="0"/>
          <a:stretch/>
        </p:blipFill>
        <p:spPr>
          <a:xfrm>
            <a:off x="0" y="332175"/>
            <a:ext cx="174225" cy="807700"/>
          </a:xfrm>
          <a:prstGeom prst="rect">
            <a:avLst/>
          </a:prstGeom>
          <a:noFill/>
          <a:ln>
            <a:noFill/>
          </a:ln>
        </p:spPr>
      </p:pic>
      <p:sp>
        <p:nvSpPr>
          <p:cNvPr id="20" name="Google Shape;20;p5"/>
          <p:cNvSpPr txBox="1"/>
          <p:nvPr>
            <p:ph type="title"/>
          </p:nvPr>
        </p:nvSpPr>
        <p:spPr>
          <a:xfrm>
            <a:off x="248680" y="383000"/>
            <a:ext cx="6271500" cy="3033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424242"/>
              </a:buClr>
              <a:buSzPts val="1500"/>
              <a:buFont typeface="Muli"/>
              <a:buNone/>
              <a:defRPr sz="1500">
                <a:solidFill>
                  <a:srgbClr val="424242"/>
                </a:solidFill>
                <a:latin typeface="Muli"/>
                <a:ea typeface="Muli"/>
                <a:cs typeface="Muli"/>
                <a:sym typeface="Mul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1" name="Google Shape;21;p5"/>
          <p:cNvPicPr preferRelativeResize="0"/>
          <p:nvPr/>
        </p:nvPicPr>
        <p:blipFill rotWithShape="1">
          <a:blip r:embed="rId4">
            <a:alphaModFix/>
          </a:blip>
          <a:srcRect b="0" l="36212" r="57" t="84436"/>
          <a:stretch/>
        </p:blipFill>
        <p:spPr>
          <a:xfrm>
            <a:off x="0" y="5013325"/>
            <a:ext cx="9144000" cy="130175"/>
          </a:xfrm>
          <a:prstGeom prst="rect">
            <a:avLst/>
          </a:prstGeom>
          <a:noFill/>
          <a:ln>
            <a:noFill/>
          </a:ln>
        </p:spPr>
      </p:pic>
      <p:sp>
        <p:nvSpPr>
          <p:cNvPr id="22" name="Google Shape;22;p5"/>
          <p:cNvSpPr txBox="1"/>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2500">
                <a:solidFill>
                  <a:srgbClr val="006DAF"/>
                </a:solidFill>
                <a:latin typeface="Montserrat Medium"/>
                <a:ea typeface="Montserrat Medium"/>
                <a:cs typeface="Montserrat Medium"/>
                <a:sym typeface="Montserrat Medium"/>
              </a:rPr>
              <a:t>Key Takeaways</a:t>
            </a:r>
            <a:endParaRPr sz="2500">
              <a:solidFill>
                <a:srgbClr val="006DAF"/>
              </a:solidFill>
              <a:latin typeface="Montserrat Medium"/>
              <a:ea typeface="Montserrat Medium"/>
              <a:cs typeface="Montserrat Medium"/>
              <a:sym typeface="Montserrat Medium"/>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
    <p:spTree>
      <p:nvGrpSpPr>
        <p:cNvPr id="23" name="Shape 23"/>
        <p:cNvGrpSpPr/>
        <p:nvPr/>
      </p:nvGrpSpPr>
      <p:grpSpPr>
        <a:xfrm>
          <a:off x="0" y="0"/>
          <a:ext cx="0" cy="0"/>
          <a:chOff x="0" y="0"/>
          <a:chExt cx="0" cy="0"/>
        </a:xfrm>
      </p:grpSpPr>
      <p:pic>
        <p:nvPicPr>
          <p:cNvPr id="24" name="Google Shape;24;p6"/>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5" name="Google Shape;25;p6"/>
          <p:cNvSpPr/>
          <p:nvPr/>
        </p:nvSpPr>
        <p:spPr>
          <a:xfrm>
            <a:off x="1241825" y="1602525"/>
            <a:ext cx="6660300" cy="1938300"/>
          </a:xfrm>
          <a:prstGeom prst="roundRect">
            <a:avLst>
              <a:gd fmla="val 6923" name="adj"/>
            </a:avLst>
          </a:prstGeom>
          <a:solidFill>
            <a:srgbClr val="FFFFFF"/>
          </a:solidFill>
          <a:ln>
            <a:noFill/>
          </a:ln>
          <a:effectLst>
            <a:outerShdw blurRad="542925" rotWithShape="0" algn="ctr">
              <a:srgbClr val="4A86E8">
                <a:alpha val="27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Muli"/>
              <a:ea typeface="Muli"/>
              <a:cs typeface="Muli"/>
              <a:sym typeface="Muli"/>
            </a:endParaRPr>
          </a:p>
        </p:txBody>
      </p:sp>
      <p:sp>
        <p:nvSpPr>
          <p:cNvPr id="26" name="Google Shape;26;p6"/>
          <p:cNvSpPr txBox="1"/>
          <p:nvPr>
            <p:ph type="title"/>
          </p:nvPr>
        </p:nvSpPr>
        <p:spPr>
          <a:xfrm>
            <a:off x="4351725" y="2103075"/>
            <a:ext cx="3027000" cy="937200"/>
          </a:xfrm>
          <a:prstGeom prst="rect">
            <a:avLst/>
          </a:prstGeom>
          <a:noFill/>
          <a:ln>
            <a:noFill/>
          </a:ln>
        </p:spPr>
        <p:txBody>
          <a:bodyPr anchorCtr="0" anchor="ctr" bIns="91425" lIns="91425" spcFirstLastPara="1" rIns="91425" wrap="square" tIns="91425">
            <a:noAutofit/>
          </a:bodyPr>
          <a:lstStyle>
            <a:lvl1pPr indent="0" lvl="0" marL="0" marR="0" algn="ctr">
              <a:lnSpc>
                <a:spcPct val="115000"/>
              </a:lnSpc>
              <a:spcBef>
                <a:spcPts val="0"/>
              </a:spcBef>
              <a:spcAft>
                <a:spcPts val="0"/>
              </a:spcAft>
              <a:buNone/>
              <a:defRPr sz="2600">
                <a:solidFill>
                  <a:srgbClr val="006DAF"/>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7" name="Google Shape;27;p6"/>
          <p:cNvGrpSpPr/>
          <p:nvPr/>
        </p:nvGrpSpPr>
        <p:grpSpPr>
          <a:xfrm>
            <a:off x="1568875" y="2085879"/>
            <a:ext cx="2472652" cy="838675"/>
            <a:chOff x="1562175" y="2144713"/>
            <a:chExt cx="2472652" cy="838675"/>
          </a:xfrm>
        </p:grpSpPr>
        <p:sp>
          <p:nvSpPr>
            <p:cNvPr id="28" name="Google Shape;28;p6"/>
            <p:cNvSpPr txBox="1"/>
            <p:nvPr/>
          </p:nvSpPr>
          <p:spPr>
            <a:xfrm>
              <a:off x="1624889" y="2737088"/>
              <a:ext cx="2347200" cy="2463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595959"/>
                </a:buClr>
                <a:buSzPts val="1400"/>
                <a:buFont typeface="Arial"/>
                <a:buNone/>
              </a:pPr>
              <a:r>
                <a:rPr lang="en-US" sz="1600">
                  <a:solidFill>
                    <a:srgbClr val="595959"/>
                  </a:solidFill>
                  <a:latin typeface="Montserrat SemiBold"/>
                  <a:ea typeface="Montserrat SemiBold"/>
                  <a:cs typeface="Montserrat SemiBold"/>
                  <a:sym typeface="Montserrat SemiBold"/>
                </a:rPr>
                <a:t>21st Century Skills</a:t>
              </a:r>
              <a:endParaRPr sz="1000">
                <a:latin typeface="Muli"/>
                <a:ea typeface="Muli"/>
                <a:cs typeface="Muli"/>
                <a:sym typeface="Muli"/>
              </a:endParaRPr>
            </a:p>
          </p:txBody>
        </p:sp>
        <p:pic>
          <p:nvPicPr>
            <p:cNvPr id="29" name="Google Shape;29;p6"/>
            <p:cNvPicPr preferRelativeResize="0"/>
            <p:nvPr/>
          </p:nvPicPr>
          <p:blipFill rotWithShape="1">
            <a:blip r:embed="rId3">
              <a:alphaModFix/>
            </a:blip>
            <a:srcRect b="28077" l="0" r="0" t="12999"/>
            <a:stretch/>
          </p:blipFill>
          <p:spPr>
            <a:xfrm>
              <a:off x="1562175" y="2144713"/>
              <a:ext cx="2472652" cy="495600"/>
            </a:xfrm>
            <a:prstGeom prst="rect">
              <a:avLst/>
            </a:prstGeom>
            <a:noFill/>
            <a:ln>
              <a:noFill/>
            </a:ln>
          </p:spPr>
        </p:pic>
      </p:grpSp>
    </p:spTree>
  </p:cSld>
  <p:clrMapOvr>
    <a:masterClrMapping/>
  </p:clrMapOvr>
  <p:extLst>
    <p:ext uri="{DCECCB84-F9BA-43D5-87BE-67443E8EF086}">
      <p15:sldGuideLst>
        <p15:guide id="1" orient="horz" pos="1351">
          <p15:clr>
            <a:srgbClr val="FA7B17"/>
          </p15:clr>
        </p15:guide>
        <p15:guide id="2" pos="2741">
          <p15:clr>
            <a:srgbClr val="FA7B17"/>
          </p15:clr>
        </p15:guide>
        <p15:guide id="3" pos="4648">
          <p15:clr>
            <a:srgbClr val="FA7B17"/>
          </p15:clr>
        </p15:guide>
        <p15:guide id="4" orient="horz" pos="1941">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Nxtwave logo">
  <p:cSld name="CUSTOM_2">
    <p:spTree>
      <p:nvGrpSpPr>
        <p:cNvPr id="30" name="Shape 30"/>
        <p:cNvGrpSpPr/>
        <p:nvPr/>
      </p:nvGrpSpPr>
      <p:grpSpPr>
        <a:xfrm>
          <a:off x="0" y="0"/>
          <a:ext cx="0" cy="0"/>
          <a:chOff x="0" y="0"/>
          <a:chExt cx="0" cy="0"/>
        </a:xfrm>
      </p:grpSpPr>
      <p:pic>
        <p:nvPicPr>
          <p:cNvPr id="31" name="Google Shape;31;p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2" name="Google Shape;32;p7"/>
          <p:cNvSpPr/>
          <p:nvPr/>
        </p:nvSpPr>
        <p:spPr>
          <a:xfrm>
            <a:off x="1241825" y="1602525"/>
            <a:ext cx="6660300" cy="1938300"/>
          </a:xfrm>
          <a:prstGeom prst="roundRect">
            <a:avLst>
              <a:gd fmla="val 6923" name="adj"/>
            </a:avLst>
          </a:prstGeom>
          <a:solidFill>
            <a:srgbClr val="FFFFFF"/>
          </a:solidFill>
          <a:ln>
            <a:noFill/>
          </a:ln>
          <a:effectLst>
            <a:outerShdw blurRad="542925" rotWithShape="0" algn="ctr">
              <a:srgbClr val="4A86E8">
                <a:alpha val="27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Muli"/>
              <a:ea typeface="Muli"/>
              <a:cs typeface="Muli"/>
              <a:sym typeface="Muli"/>
            </a:endParaRPr>
          </a:p>
        </p:txBody>
      </p:sp>
      <p:sp>
        <p:nvSpPr>
          <p:cNvPr id="33" name="Google Shape;33;p7"/>
          <p:cNvSpPr txBox="1"/>
          <p:nvPr>
            <p:ph type="title"/>
          </p:nvPr>
        </p:nvSpPr>
        <p:spPr>
          <a:xfrm>
            <a:off x="4351725" y="2103075"/>
            <a:ext cx="3027000" cy="937200"/>
          </a:xfrm>
          <a:prstGeom prst="rect">
            <a:avLst/>
          </a:prstGeom>
          <a:noFill/>
          <a:ln>
            <a:noFill/>
          </a:ln>
        </p:spPr>
        <p:txBody>
          <a:bodyPr anchorCtr="0" anchor="ctr" bIns="91425" lIns="91425" spcFirstLastPara="1" rIns="91425" wrap="square" tIns="91425">
            <a:noAutofit/>
          </a:bodyPr>
          <a:lstStyle>
            <a:lvl1pPr indent="0" lvl="0" marL="0" marR="0" algn="ctr">
              <a:lnSpc>
                <a:spcPct val="115000"/>
              </a:lnSpc>
              <a:spcBef>
                <a:spcPts val="0"/>
              </a:spcBef>
              <a:spcAft>
                <a:spcPts val="0"/>
              </a:spcAft>
              <a:buNone/>
              <a:defRPr sz="2600">
                <a:solidFill>
                  <a:srgbClr val="006DAF"/>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4" name="Google Shape;34;p7"/>
          <p:cNvPicPr preferRelativeResize="0"/>
          <p:nvPr/>
        </p:nvPicPr>
        <p:blipFill>
          <a:blip r:embed="rId3">
            <a:alphaModFix/>
          </a:blip>
          <a:stretch>
            <a:fillRect/>
          </a:stretch>
        </p:blipFill>
        <p:spPr>
          <a:xfrm>
            <a:off x="1948725" y="2236600"/>
            <a:ext cx="1395123" cy="670301"/>
          </a:xfrm>
          <a:prstGeom prst="rect">
            <a:avLst/>
          </a:prstGeom>
          <a:noFill/>
          <a:ln>
            <a:noFill/>
          </a:ln>
        </p:spPr>
      </p:pic>
    </p:spTree>
  </p:cSld>
  <p:clrMapOvr>
    <a:masterClrMapping/>
  </p:clrMapOvr>
  <p:extLst>
    <p:ext uri="{DCECCB84-F9BA-43D5-87BE-67443E8EF086}">
      <p15:sldGuideLst>
        <p15:guide id="1" orient="horz" pos="1351">
          <p15:clr>
            <a:srgbClr val="FA7B17"/>
          </p15:clr>
        </p15:guide>
        <p15:guide id="2" pos="2741">
          <p15:clr>
            <a:srgbClr val="FA7B17"/>
          </p15:clr>
        </p15:guide>
        <p15:guide id="3" pos="4648">
          <p15:clr>
            <a:srgbClr val="FA7B17"/>
          </p15:clr>
        </p15:guide>
        <p15:guide id="4" orient="horz" pos="194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Layout" type="tx">
  <p:cSld name="TITLE_AND_BODY">
    <p:spTree>
      <p:nvGrpSpPr>
        <p:cNvPr id="35" name="Shape 35"/>
        <p:cNvGrpSpPr/>
        <p:nvPr/>
      </p:nvGrpSpPr>
      <p:grpSpPr>
        <a:xfrm>
          <a:off x="0" y="0"/>
          <a:ext cx="0" cy="0"/>
          <a:chOff x="0" y="0"/>
          <a:chExt cx="0" cy="0"/>
        </a:xfrm>
      </p:grpSpPr>
      <p:pic>
        <p:nvPicPr>
          <p:cNvPr id="36" name="Google Shape;36;p8"/>
          <p:cNvPicPr preferRelativeResize="0"/>
          <p:nvPr/>
        </p:nvPicPr>
        <p:blipFill rotWithShape="1">
          <a:blip r:embed="rId2">
            <a:alphaModFix/>
          </a:blip>
          <a:srcRect b="0" l="0" r="0" t="0"/>
          <a:stretch/>
        </p:blipFill>
        <p:spPr>
          <a:xfrm>
            <a:off x="0" y="332175"/>
            <a:ext cx="174225" cy="807700"/>
          </a:xfrm>
          <a:prstGeom prst="rect">
            <a:avLst/>
          </a:prstGeom>
          <a:noFill/>
          <a:ln>
            <a:noFill/>
          </a:ln>
        </p:spPr>
      </p:pic>
      <p:sp>
        <p:nvSpPr>
          <p:cNvPr id="37" name="Google Shape;37;p8"/>
          <p:cNvSpPr txBox="1"/>
          <p:nvPr>
            <p:ph type="title"/>
          </p:nvPr>
        </p:nvSpPr>
        <p:spPr>
          <a:xfrm>
            <a:off x="248675" y="383000"/>
            <a:ext cx="6319500" cy="3033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424242"/>
              </a:buClr>
              <a:buSzPts val="1500"/>
              <a:buFont typeface="Muli"/>
              <a:buNone/>
              <a:defRPr sz="1500">
                <a:solidFill>
                  <a:srgbClr val="424242"/>
                </a:solidFill>
                <a:latin typeface="Muli"/>
                <a:ea typeface="Muli"/>
                <a:cs typeface="Muli"/>
                <a:sym typeface="Mul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subTitle"/>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006DAF"/>
              </a:buClr>
              <a:buSzPts val="2500"/>
              <a:buFont typeface="Montserrat Medium"/>
              <a:buNone/>
              <a:defRPr sz="2500">
                <a:solidFill>
                  <a:srgbClr val="006DAF"/>
                </a:solidFill>
                <a:latin typeface="Montserrat Medium"/>
                <a:ea typeface="Montserrat Medium"/>
                <a:cs typeface="Montserrat Medium"/>
                <a:sym typeface="Montserrat Medium"/>
              </a:defRPr>
            </a:lvl1pPr>
            <a:lvl2pPr lvl="1">
              <a:spcBef>
                <a:spcPts val="0"/>
              </a:spcBef>
              <a:spcAft>
                <a:spcPts val="0"/>
              </a:spcAft>
              <a:buClr>
                <a:srgbClr val="006DAF"/>
              </a:buClr>
              <a:buSzPts val="1400"/>
              <a:buNone/>
              <a:defRPr>
                <a:solidFill>
                  <a:srgbClr val="006DAF"/>
                </a:solidFill>
              </a:defRPr>
            </a:lvl2pPr>
            <a:lvl3pPr lvl="2">
              <a:spcBef>
                <a:spcPts val="0"/>
              </a:spcBef>
              <a:spcAft>
                <a:spcPts val="0"/>
              </a:spcAft>
              <a:buClr>
                <a:srgbClr val="006DAF"/>
              </a:buClr>
              <a:buSzPts val="1400"/>
              <a:buNone/>
              <a:defRPr>
                <a:solidFill>
                  <a:srgbClr val="006DAF"/>
                </a:solidFill>
              </a:defRPr>
            </a:lvl3pPr>
            <a:lvl4pPr lvl="3">
              <a:spcBef>
                <a:spcPts val="0"/>
              </a:spcBef>
              <a:spcAft>
                <a:spcPts val="0"/>
              </a:spcAft>
              <a:buClr>
                <a:srgbClr val="006DAF"/>
              </a:buClr>
              <a:buSzPts val="1400"/>
              <a:buNone/>
              <a:defRPr>
                <a:solidFill>
                  <a:srgbClr val="006DAF"/>
                </a:solidFill>
              </a:defRPr>
            </a:lvl4pPr>
            <a:lvl5pPr lvl="4">
              <a:spcBef>
                <a:spcPts val="0"/>
              </a:spcBef>
              <a:spcAft>
                <a:spcPts val="0"/>
              </a:spcAft>
              <a:buClr>
                <a:srgbClr val="006DAF"/>
              </a:buClr>
              <a:buSzPts val="1400"/>
              <a:buNone/>
              <a:defRPr>
                <a:solidFill>
                  <a:srgbClr val="006DAF"/>
                </a:solidFill>
              </a:defRPr>
            </a:lvl5pPr>
            <a:lvl6pPr lvl="5">
              <a:spcBef>
                <a:spcPts val="0"/>
              </a:spcBef>
              <a:spcAft>
                <a:spcPts val="0"/>
              </a:spcAft>
              <a:buClr>
                <a:srgbClr val="006DAF"/>
              </a:buClr>
              <a:buSzPts val="1400"/>
              <a:buNone/>
              <a:defRPr>
                <a:solidFill>
                  <a:srgbClr val="006DAF"/>
                </a:solidFill>
              </a:defRPr>
            </a:lvl6pPr>
            <a:lvl7pPr lvl="6">
              <a:spcBef>
                <a:spcPts val="0"/>
              </a:spcBef>
              <a:spcAft>
                <a:spcPts val="0"/>
              </a:spcAft>
              <a:buClr>
                <a:srgbClr val="006DAF"/>
              </a:buClr>
              <a:buSzPts val="1400"/>
              <a:buNone/>
              <a:defRPr>
                <a:solidFill>
                  <a:srgbClr val="006DAF"/>
                </a:solidFill>
              </a:defRPr>
            </a:lvl7pPr>
            <a:lvl8pPr lvl="7">
              <a:spcBef>
                <a:spcPts val="0"/>
              </a:spcBef>
              <a:spcAft>
                <a:spcPts val="0"/>
              </a:spcAft>
              <a:buClr>
                <a:srgbClr val="006DAF"/>
              </a:buClr>
              <a:buSzPts val="1400"/>
              <a:buNone/>
              <a:defRPr>
                <a:solidFill>
                  <a:srgbClr val="006DAF"/>
                </a:solidFill>
              </a:defRPr>
            </a:lvl8pPr>
            <a:lvl9pPr lvl="8">
              <a:spcBef>
                <a:spcPts val="0"/>
              </a:spcBef>
              <a:spcAft>
                <a:spcPts val="0"/>
              </a:spcAft>
              <a:buClr>
                <a:srgbClr val="006DAF"/>
              </a:buClr>
              <a:buSzPts val="1400"/>
              <a:buNone/>
              <a:defRPr>
                <a:solidFill>
                  <a:srgbClr val="006DAF"/>
                </a:solidFill>
              </a:defRPr>
            </a:lvl9pPr>
          </a:lstStyle>
          <a:p/>
        </p:txBody>
      </p:sp>
      <p:pic>
        <p:nvPicPr>
          <p:cNvPr id="39" name="Google Shape;39;p8"/>
          <p:cNvPicPr preferRelativeResize="0"/>
          <p:nvPr/>
        </p:nvPicPr>
        <p:blipFill rotWithShape="1">
          <a:blip r:embed="rId3">
            <a:alphaModFix/>
          </a:blip>
          <a:srcRect b="0" l="36212" r="57" t="84436"/>
          <a:stretch/>
        </p:blipFill>
        <p:spPr>
          <a:xfrm>
            <a:off x="0" y="5013325"/>
            <a:ext cx="9144000" cy="130175"/>
          </a:xfrm>
          <a:prstGeom prst="rect">
            <a:avLst/>
          </a:prstGeom>
          <a:noFill/>
          <a:ln>
            <a:noFill/>
          </a:ln>
        </p:spPr>
      </p:pic>
      <p:sp>
        <p:nvSpPr>
          <p:cNvPr id="40" name="Google Shape;40;p8"/>
          <p:cNvSpPr txBox="1"/>
          <p:nvPr>
            <p:ph idx="2" type="body"/>
          </p:nvPr>
        </p:nvSpPr>
        <p:spPr>
          <a:xfrm>
            <a:off x="560500" y="1690125"/>
            <a:ext cx="4558500" cy="2307900"/>
          </a:xfrm>
          <a:prstGeom prst="rect">
            <a:avLst/>
          </a:prstGeom>
          <a:noFill/>
          <a:ln>
            <a:noFill/>
          </a:ln>
        </p:spPr>
        <p:txBody>
          <a:bodyPr anchorCtr="0" anchor="t" bIns="91425" lIns="91425" spcFirstLastPara="1" rIns="91425" wrap="square" tIns="91425">
            <a:noAutofit/>
          </a:bodyPr>
          <a:lstStyle>
            <a:lvl1pPr indent="-317500" lvl="0" marL="4572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1pPr>
            <a:lvl2pPr indent="-317500" lvl="1" marL="9144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2pPr>
            <a:lvl3pPr indent="-317500" lvl="2" marL="13716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3pPr>
            <a:lvl4pPr indent="-317500" lvl="3" marL="18288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4pPr>
            <a:lvl5pPr indent="-317500" lvl="4" marL="22860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5pPr>
            <a:lvl6pPr indent="-317500" lvl="5" marL="27432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6pPr>
            <a:lvl7pPr indent="-317500" lvl="6" marL="32004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7pPr>
            <a:lvl8pPr indent="-317500" lvl="7" marL="36576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8pPr>
            <a:lvl9pPr indent="-317500" lvl="8" marL="4114800">
              <a:lnSpc>
                <a:spcPct val="150000"/>
              </a:lnSpc>
              <a:spcBef>
                <a:spcPts val="0"/>
              </a:spcBef>
              <a:spcAft>
                <a:spcPts val="0"/>
              </a:spcAft>
              <a:buClr>
                <a:srgbClr val="434343"/>
              </a:buClr>
              <a:buSzPts val="1400"/>
              <a:buFont typeface="Montserrat Medium"/>
              <a:buChar char="■"/>
              <a:defRPr>
                <a:solidFill>
                  <a:srgbClr val="434343"/>
                </a:solidFill>
                <a:latin typeface="Montserrat Medium"/>
                <a:ea typeface="Montserrat Medium"/>
                <a:cs typeface="Montserrat Medium"/>
                <a:sym typeface="Montserrat Medium"/>
              </a:defRPr>
            </a:lvl9pPr>
          </a:lstStyle>
          <a:p/>
        </p:txBody>
      </p:sp>
    </p:spTree>
  </p:cSld>
  <p:clrMapOvr>
    <a:masterClrMapping/>
  </p:clrMapOvr>
  <p:extLst>
    <p:ext uri="{DCECCB84-F9BA-43D5-87BE-67443E8EF086}">
      <p15:sldGuideLst>
        <p15:guide id="1" pos="4143">
          <p15:clr>
            <a:srgbClr val="E46962"/>
          </p15:clr>
        </p15:guide>
        <p15:guide id="2" orient="horz" pos="901">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spTree>
      <p:nvGrpSpPr>
        <p:cNvPr id="41" name="Shape 41"/>
        <p:cNvGrpSpPr/>
        <p:nvPr/>
      </p:nvGrpSpPr>
      <p:grpSpPr>
        <a:xfrm>
          <a:off x="0" y="0"/>
          <a:ext cx="0" cy="0"/>
          <a:chOff x="0" y="0"/>
          <a:chExt cx="0" cy="0"/>
        </a:xfrm>
      </p:grpSpPr>
      <p:pic>
        <p:nvPicPr>
          <p:cNvPr id="42" name="Google Shape;42;p9"/>
          <p:cNvPicPr preferRelativeResize="0"/>
          <p:nvPr/>
        </p:nvPicPr>
        <p:blipFill rotWithShape="1">
          <a:blip r:embed="rId2">
            <a:alphaModFix/>
          </a:blip>
          <a:srcRect b="0" l="0" r="0" t="0"/>
          <a:stretch/>
        </p:blipFill>
        <p:spPr>
          <a:xfrm>
            <a:off x="0" y="332175"/>
            <a:ext cx="174225" cy="807700"/>
          </a:xfrm>
          <a:prstGeom prst="rect">
            <a:avLst/>
          </a:prstGeom>
          <a:noFill/>
          <a:ln>
            <a:noFill/>
          </a:ln>
        </p:spPr>
      </p:pic>
      <p:sp>
        <p:nvSpPr>
          <p:cNvPr id="43" name="Google Shape;43;p9"/>
          <p:cNvSpPr txBox="1"/>
          <p:nvPr>
            <p:ph idx="1" type="subTitle"/>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006DAF"/>
              </a:buClr>
              <a:buSzPts val="2500"/>
              <a:buFont typeface="Montserrat Medium"/>
              <a:buNone/>
              <a:defRPr sz="2500">
                <a:solidFill>
                  <a:srgbClr val="006DAF"/>
                </a:solidFill>
                <a:latin typeface="Montserrat Medium"/>
                <a:ea typeface="Montserrat Medium"/>
                <a:cs typeface="Montserrat Medium"/>
                <a:sym typeface="Montserrat Medium"/>
              </a:defRPr>
            </a:lvl1pPr>
            <a:lvl2pPr lvl="1">
              <a:spcBef>
                <a:spcPts val="0"/>
              </a:spcBef>
              <a:spcAft>
                <a:spcPts val="0"/>
              </a:spcAft>
              <a:buClr>
                <a:srgbClr val="006DAF"/>
              </a:buClr>
              <a:buSzPts val="1400"/>
              <a:buNone/>
              <a:defRPr>
                <a:solidFill>
                  <a:srgbClr val="006DAF"/>
                </a:solidFill>
              </a:defRPr>
            </a:lvl2pPr>
            <a:lvl3pPr lvl="2">
              <a:spcBef>
                <a:spcPts val="0"/>
              </a:spcBef>
              <a:spcAft>
                <a:spcPts val="0"/>
              </a:spcAft>
              <a:buClr>
                <a:srgbClr val="006DAF"/>
              </a:buClr>
              <a:buSzPts val="1400"/>
              <a:buNone/>
              <a:defRPr>
                <a:solidFill>
                  <a:srgbClr val="006DAF"/>
                </a:solidFill>
              </a:defRPr>
            </a:lvl3pPr>
            <a:lvl4pPr lvl="3">
              <a:spcBef>
                <a:spcPts val="0"/>
              </a:spcBef>
              <a:spcAft>
                <a:spcPts val="0"/>
              </a:spcAft>
              <a:buClr>
                <a:srgbClr val="006DAF"/>
              </a:buClr>
              <a:buSzPts val="1400"/>
              <a:buNone/>
              <a:defRPr>
                <a:solidFill>
                  <a:srgbClr val="006DAF"/>
                </a:solidFill>
              </a:defRPr>
            </a:lvl4pPr>
            <a:lvl5pPr lvl="4">
              <a:spcBef>
                <a:spcPts val="0"/>
              </a:spcBef>
              <a:spcAft>
                <a:spcPts val="0"/>
              </a:spcAft>
              <a:buClr>
                <a:srgbClr val="006DAF"/>
              </a:buClr>
              <a:buSzPts val="1400"/>
              <a:buNone/>
              <a:defRPr>
                <a:solidFill>
                  <a:srgbClr val="006DAF"/>
                </a:solidFill>
              </a:defRPr>
            </a:lvl5pPr>
            <a:lvl6pPr lvl="5">
              <a:spcBef>
                <a:spcPts val="0"/>
              </a:spcBef>
              <a:spcAft>
                <a:spcPts val="0"/>
              </a:spcAft>
              <a:buClr>
                <a:srgbClr val="006DAF"/>
              </a:buClr>
              <a:buSzPts val="1400"/>
              <a:buNone/>
              <a:defRPr>
                <a:solidFill>
                  <a:srgbClr val="006DAF"/>
                </a:solidFill>
              </a:defRPr>
            </a:lvl6pPr>
            <a:lvl7pPr lvl="6">
              <a:spcBef>
                <a:spcPts val="0"/>
              </a:spcBef>
              <a:spcAft>
                <a:spcPts val="0"/>
              </a:spcAft>
              <a:buClr>
                <a:srgbClr val="006DAF"/>
              </a:buClr>
              <a:buSzPts val="1400"/>
              <a:buNone/>
              <a:defRPr>
                <a:solidFill>
                  <a:srgbClr val="006DAF"/>
                </a:solidFill>
              </a:defRPr>
            </a:lvl7pPr>
            <a:lvl8pPr lvl="7">
              <a:spcBef>
                <a:spcPts val="0"/>
              </a:spcBef>
              <a:spcAft>
                <a:spcPts val="0"/>
              </a:spcAft>
              <a:buClr>
                <a:srgbClr val="006DAF"/>
              </a:buClr>
              <a:buSzPts val="1400"/>
              <a:buNone/>
              <a:defRPr>
                <a:solidFill>
                  <a:srgbClr val="006DAF"/>
                </a:solidFill>
              </a:defRPr>
            </a:lvl8pPr>
            <a:lvl9pPr lvl="8">
              <a:spcBef>
                <a:spcPts val="0"/>
              </a:spcBef>
              <a:spcAft>
                <a:spcPts val="0"/>
              </a:spcAft>
              <a:buClr>
                <a:srgbClr val="006DAF"/>
              </a:buClr>
              <a:buSzPts val="1400"/>
              <a:buNone/>
              <a:defRPr>
                <a:solidFill>
                  <a:srgbClr val="006DAF"/>
                </a:solidFill>
              </a:defRPr>
            </a:lvl9pPr>
          </a:lstStyle>
          <a:p/>
        </p:txBody>
      </p:sp>
      <p:pic>
        <p:nvPicPr>
          <p:cNvPr id="44" name="Google Shape;44;p9"/>
          <p:cNvPicPr preferRelativeResize="0"/>
          <p:nvPr/>
        </p:nvPicPr>
        <p:blipFill rotWithShape="1">
          <a:blip r:embed="rId3">
            <a:alphaModFix/>
          </a:blip>
          <a:srcRect b="0" l="36212" r="57" t="84436"/>
          <a:stretch/>
        </p:blipFill>
        <p:spPr>
          <a:xfrm>
            <a:off x="0" y="5013325"/>
            <a:ext cx="9144000" cy="130175"/>
          </a:xfrm>
          <a:prstGeom prst="rect">
            <a:avLst/>
          </a:prstGeom>
          <a:noFill/>
          <a:ln>
            <a:noFill/>
          </a:ln>
        </p:spPr>
      </p:pic>
      <p:sp>
        <p:nvSpPr>
          <p:cNvPr id="45" name="Google Shape;45;p9"/>
          <p:cNvSpPr txBox="1"/>
          <p:nvPr/>
        </p:nvSpPr>
        <p:spPr>
          <a:xfrm>
            <a:off x="248675" y="370700"/>
            <a:ext cx="6252900" cy="32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500">
                <a:solidFill>
                  <a:srgbClr val="424242"/>
                </a:solidFill>
                <a:latin typeface="Muli"/>
                <a:ea typeface="Muli"/>
                <a:cs typeface="Muli"/>
                <a:sym typeface="Muli"/>
              </a:rPr>
              <a:t>Agenda for Today’s Session</a:t>
            </a:r>
            <a:endParaRPr sz="1500">
              <a:solidFill>
                <a:srgbClr val="424242"/>
              </a:solidFill>
              <a:latin typeface="Muli"/>
              <a:ea typeface="Muli"/>
              <a:cs typeface="Muli"/>
              <a:sym typeface="Muli"/>
            </a:endParaRPr>
          </a:p>
        </p:txBody>
      </p:sp>
    </p:spTree>
  </p:cSld>
  <p:clrMapOvr>
    <a:masterClrMapping/>
  </p:clrMapOvr>
  <p:extLst>
    <p:ext uri="{DCECCB84-F9BA-43D5-87BE-67443E8EF086}">
      <p15:sldGuideLst>
        <p15:guide id="1" pos="4143">
          <p15:clr>
            <a:srgbClr val="E46962"/>
          </p15:clr>
        </p15:guide>
        <p15:guide id="2" orient="horz" pos="901">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TITLE_AND_BODY_1_1">
    <p:spTree>
      <p:nvGrpSpPr>
        <p:cNvPr id="46" name="Shape 46"/>
        <p:cNvGrpSpPr/>
        <p:nvPr/>
      </p:nvGrpSpPr>
      <p:grpSpPr>
        <a:xfrm>
          <a:off x="0" y="0"/>
          <a:ext cx="0" cy="0"/>
          <a:chOff x="0" y="0"/>
          <a:chExt cx="0" cy="0"/>
        </a:xfrm>
      </p:grpSpPr>
      <p:pic>
        <p:nvPicPr>
          <p:cNvPr id="47" name="Google Shape;47;p10"/>
          <p:cNvPicPr preferRelativeResize="0"/>
          <p:nvPr/>
        </p:nvPicPr>
        <p:blipFill rotWithShape="1">
          <a:blip r:embed="rId2">
            <a:alphaModFix/>
          </a:blip>
          <a:srcRect b="0" l="0" r="0" t="0"/>
          <a:stretch/>
        </p:blipFill>
        <p:spPr>
          <a:xfrm>
            <a:off x="0" y="332175"/>
            <a:ext cx="174225" cy="807700"/>
          </a:xfrm>
          <a:prstGeom prst="rect">
            <a:avLst/>
          </a:prstGeom>
          <a:noFill/>
          <a:ln>
            <a:noFill/>
          </a:ln>
        </p:spPr>
      </p:pic>
      <p:sp>
        <p:nvSpPr>
          <p:cNvPr id="48" name="Google Shape;48;p10"/>
          <p:cNvSpPr txBox="1"/>
          <p:nvPr>
            <p:ph idx="1" type="subTitle"/>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006DAF"/>
              </a:buClr>
              <a:buSzPts val="2500"/>
              <a:buFont typeface="Montserrat Medium"/>
              <a:buNone/>
              <a:defRPr sz="2500">
                <a:solidFill>
                  <a:srgbClr val="006DAF"/>
                </a:solidFill>
                <a:latin typeface="Montserrat Medium"/>
                <a:ea typeface="Montserrat Medium"/>
                <a:cs typeface="Montserrat Medium"/>
                <a:sym typeface="Montserrat Medium"/>
              </a:defRPr>
            </a:lvl1pPr>
            <a:lvl2pPr lvl="1">
              <a:spcBef>
                <a:spcPts val="0"/>
              </a:spcBef>
              <a:spcAft>
                <a:spcPts val="0"/>
              </a:spcAft>
              <a:buClr>
                <a:srgbClr val="006DAF"/>
              </a:buClr>
              <a:buSzPts val="1400"/>
              <a:buNone/>
              <a:defRPr>
                <a:solidFill>
                  <a:srgbClr val="006DAF"/>
                </a:solidFill>
              </a:defRPr>
            </a:lvl2pPr>
            <a:lvl3pPr lvl="2">
              <a:spcBef>
                <a:spcPts val="0"/>
              </a:spcBef>
              <a:spcAft>
                <a:spcPts val="0"/>
              </a:spcAft>
              <a:buClr>
                <a:srgbClr val="006DAF"/>
              </a:buClr>
              <a:buSzPts val="1400"/>
              <a:buNone/>
              <a:defRPr>
                <a:solidFill>
                  <a:srgbClr val="006DAF"/>
                </a:solidFill>
              </a:defRPr>
            </a:lvl3pPr>
            <a:lvl4pPr lvl="3">
              <a:spcBef>
                <a:spcPts val="0"/>
              </a:spcBef>
              <a:spcAft>
                <a:spcPts val="0"/>
              </a:spcAft>
              <a:buClr>
                <a:srgbClr val="006DAF"/>
              </a:buClr>
              <a:buSzPts val="1400"/>
              <a:buNone/>
              <a:defRPr>
                <a:solidFill>
                  <a:srgbClr val="006DAF"/>
                </a:solidFill>
              </a:defRPr>
            </a:lvl4pPr>
            <a:lvl5pPr lvl="4">
              <a:spcBef>
                <a:spcPts val="0"/>
              </a:spcBef>
              <a:spcAft>
                <a:spcPts val="0"/>
              </a:spcAft>
              <a:buClr>
                <a:srgbClr val="006DAF"/>
              </a:buClr>
              <a:buSzPts val="1400"/>
              <a:buNone/>
              <a:defRPr>
                <a:solidFill>
                  <a:srgbClr val="006DAF"/>
                </a:solidFill>
              </a:defRPr>
            </a:lvl5pPr>
            <a:lvl6pPr lvl="5">
              <a:spcBef>
                <a:spcPts val="0"/>
              </a:spcBef>
              <a:spcAft>
                <a:spcPts val="0"/>
              </a:spcAft>
              <a:buClr>
                <a:srgbClr val="006DAF"/>
              </a:buClr>
              <a:buSzPts val="1400"/>
              <a:buNone/>
              <a:defRPr>
                <a:solidFill>
                  <a:srgbClr val="006DAF"/>
                </a:solidFill>
              </a:defRPr>
            </a:lvl6pPr>
            <a:lvl7pPr lvl="6">
              <a:spcBef>
                <a:spcPts val="0"/>
              </a:spcBef>
              <a:spcAft>
                <a:spcPts val="0"/>
              </a:spcAft>
              <a:buClr>
                <a:srgbClr val="006DAF"/>
              </a:buClr>
              <a:buSzPts val="1400"/>
              <a:buNone/>
              <a:defRPr>
                <a:solidFill>
                  <a:srgbClr val="006DAF"/>
                </a:solidFill>
              </a:defRPr>
            </a:lvl7pPr>
            <a:lvl8pPr lvl="7">
              <a:spcBef>
                <a:spcPts val="0"/>
              </a:spcBef>
              <a:spcAft>
                <a:spcPts val="0"/>
              </a:spcAft>
              <a:buClr>
                <a:srgbClr val="006DAF"/>
              </a:buClr>
              <a:buSzPts val="1400"/>
              <a:buNone/>
              <a:defRPr>
                <a:solidFill>
                  <a:srgbClr val="006DAF"/>
                </a:solidFill>
              </a:defRPr>
            </a:lvl8pPr>
            <a:lvl9pPr lvl="8">
              <a:spcBef>
                <a:spcPts val="0"/>
              </a:spcBef>
              <a:spcAft>
                <a:spcPts val="0"/>
              </a:spcAft>
              <a:buClr>
                <a:srgbClr val="006DAF"/>
              </a:buClr>
              <a:buSzPts val="1400"/>
              <a:buNone/>
              <a:defRPr>
                <a:solidFill>
                  <a:srgbClr val="006DAF"/>
                </a:solidFill>
              </a:defRPr>
            </a:lvl9pPr>
          </a:lstStyle>
          <a:p/>
        </p:txBody>
      </p:sp>
      <p:pic>
        <p:nvPicPr>
          <p:cNvPr id="49" name="Google Shape;49;p10"/>
          <p:cNvPicPr preferRelativeResize="0"/>
          <p:nvPr/>
        </p:nvPicPr>
        <p:blipFill rotWithShape="1">
          <a:blip r:embed="rId3">
            <a:alphaModFix/>
          </a:blip>
          <a:srcRect b="0" l="36212" r="57" t="84436"/>
          <a:stretch/>
        </p:blipFill>
        <p:spPr>
          <a:xfrm>
            <a:off x="0" y="5013325"/>
            <a:ext cx="9144000" cy="130175"/>
          </a:xfrm>
          <a:prstGeom prst="rect">
            <a:avLst/>
          </a:prstGeom>
          <a:noFill/>
          <a:ln>
            <a:noFill/>
          </a:ln>
        </p:spPr>
      </p:pic>
      <p:sp>
        <p:nvSpPr>
          <p:cNvPr id="50" name="Google Shape;50;p10"/>
          <p:cNvSpPr txBox="1"/>
          <p:nvPr/>
        </p:nvSpPr>
        <p:spPr>
          <a:xfrm>
            <a:off x="248675" y="383000"/>
            <a:ext cx="6319500" cy="30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500">
                <a:solidFill>
                  <a:srgbClr val="434343"/>
                </a:solidFill>
                <a:latin typeface="Muli"/>
                <a:ea typeface="Muli"/>
                <a:cs typeface="Muli"/>
                <a:sym typeface="Muli"/>
              </a:rPr>
              <a:t>Recap</a:t>
            </a:r>
            <a:endParaRPr sz="1500">
              <a:solidFill>
                <a:srgbClr val="434343"/>
              </a:solidFill>
              <a:latin typeface="Muli"/>
              <a:ea typeface="Muli"/>
              <a:cs typeface="Muli"/>
              <a:sym typeface="Muli"/>
            </a:endParaRPr>
          </a:p>
        </p:txBody>
      </p:sp>
    </p:spTree>
  </p:cSld>
  <p:clrMapOvr>
    <a:masterClrMapping/>
  </p:clrMapOvr>
  <p:extLst>
    <p:ext uri="{DCECCB84-F9BA-43D5-87BE-67443E8EF086}">
      <p15:sldGuideLst>
        <p15:guide id="1" pos="4143">
          <p15:clr>
            <a:srgbClr val="E46962"/>
          </p15:clr>
        </p15:guide>
        <p15:guide id="2" orient="horz" pos="901">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type="twoColTx">
  <p:cSld name="TITLE_AND_TWO_COLUMNS">
    <p:spTree>
      <p:nvGrpSpPr>
        <p:cNvPr id="5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9144018" cy="5143501"/>
          </a:xfrm>
          <a:prstGeom prst="rect">
            <a:avLst/>
          </a:prstGeom>
          <a:noFill/>
          <a:ln>
            <a:noFill/>
          </a:ln>
        </p:spPr>
      </p:pic>
      <p:sp>
        <p:nvSpPr>
          <p:cNvPr id="53" name="Google Shape;53;p11"/>
          <p:cNvSpPr txBox="1"/>
          <p:nvPr/>
        </p:nvSpPr>
        <p:spPr>
          <a:xfrm>
            <a:off x="2287350" y="3411025"/>
            <a:ext cx="4569300" cy="785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US" sz="5300">
                <a:solidFill>
                  <a:srgbClr val="FFFFFF"/>
                </a:solidFill>
                <a:latin typeface="Montserrat"/>
                <a:ea typeface="Montserrat"/>
                <a:cs typeface="Montserrat"/>
                <a:sym typeface="Montserrat"/>
              </a:rPr>
              <a:t>THANK YOU</a:t>
            </a:r>
            <a:endParaRPr b="1" sz="4300">
              <a:solidFill>
                <a:srgbClr val="FFFFFF"/>
              </a:solidFill>
            </a:endParaRPr>
          </a:p>
        </p:txBody>
      </p:sp>
      <p:pic>
        <p:nvPicPr>
          <p:cNvPr id="54" name="Google Shape;54;p11"/>
          <p:cNvPicPr preferRelativeResize="0"/>
          <p:nvPr/>
        </p:nvPicPr>
        <p:blipFill>
          <a:blip r:embed="rId3">
            <a:alphaModFix/>
          </a:blip>
          <a:stretch>
            <a:fillRect/>
          </a:stretch>
        </p:blipFill>
        <p:spPr>
          <a:xfrm>
            <a:off x="3325400" y="830300"/>
            <a:ext cx="3043374" cy="146222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the best" type="titleOnly">
  <p:cSld name="TITLE_ONLY">
    <p:spTree>
      <p:nvGrpSpPr>
        <p:cNvPr id="55" name="Shape 55"/>
        <p:cNvGrpSpPr/>
        <p:nvPr/>
      </p:nvGrpSpPr>
      <p:grpSpPr>
        <a:xfrm>
          <a:off x="0" y="0"/>
          <a:ext cx="0" cy="0"/>
          <a:chOff x="0" y="0"/>
          <a:chExt cx="0" cy="0"/>
        </a:xfrm>
      </p:grpSpPr>
      <p:pic>
        <p:nvPicPr>
          <p:cNvPr id="56" name="Google Shape;56;p12"/>
          <p:cNvPicPr preferRelativeResize="0"/>
          <p:nvPr/>
        </p:nvPicPr>
        <p:blipFill>
          <a:blip r:embed="rId2">
            <a:alphaModFix/>
          </a:blip>
          <a:stretch>
            <a:fillRect/>
          </a:stretch>
        </p:blipFill>
        <p:spPr>
          <a:xfrm>
            <a:off x="0" y="0"/>
            <a:ext cx="9144018" cy="5143501"/>
          </a:xfrm>
          <a:prstGeom prst="rect">
            <a:avLst/>
          </a:prstGeom>
          <a:noFill/>
          <a:ln>
            <a:noFill/>
          </a:ln>
        </p:spPr>
      </p:pic>
      <p:sp>
        <p:nvSpPr>
          <p:cNvPr id="57" name="Google Shape;57;p12"/>
          <p:cNvSpPr txBox="1"/>
          <p:nvPr/>
        </p:nvSpPr>
        <p:spPr>
          <a:xfrm>
            <a:off x="1993650" y="3411025"/>
            <a:ext cx="5156700" cy="785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US" sz="5300">
                <a:solidFill>
                  <a:srgbClr val="FFFFFF"/>
                </a:solidFill>
                <a:latin typeface="Montserrat"/>
                <a:ea typeface="Montserrat"/>
                <a:cs typeface="Montserrat"/>
                <a:sym typeface="Montserrat"/>
              </a:rPr>
              <a:t>ALL THE BEST</a:t>
            </a:r>
            <a:endParaRPr b="1" sz="4300">
              <a:solidFill>
                <a:srgbClr val="FFFFFF"/>
              </a:solidFill>
            </a:endParaRPr>
          </a:p>
        </p:txBody>
      </p:sp>
      <p:pic>
        <p:nvPicPr>
          <p:cNvPr id="58" name="Google Shape;58;p12"/>
          <p:cNvPicPr preferRelativeResize="0"/>
          <p:nvPr/>
        </p:nvPicPr>
        <p:blipFill>
          <a:blip r:embed="rId3">
            <a:alphaModFix/>
          </a:blip>
          <a:stretch>
            <a:fillRect/>
          </a:stretch>
        </p:blipFill>
        <p:spPr>
          <a:xfrm>
            <a:off x="3325400" y="830300"/>
            <a:ext cx="3043374" cy="146222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9" name="Shape 59"/>
        <p:cNvGrpSpPr/>
        <p:nvPr/>
      </p:nvGrpSpPr>
      <p:grpSpPr>
        <a:xfrm>
          <a:off x="0" y="0"/>
          <a:ext cx="0" cy="0"/>
          <a:chOff x="0" y="0"/>
          <a:chExt cx="0" cy="0"/>
        </a:xfrm>
      </p:grpSpPr>
      <p:pic>
        <p:nvPicPr>
          <p:cNvPr id="60" name="Google Shape;60;p13"/>
          <p:cNvPicPr preferRelativeResize="0"/>
          <p:nvPr/>
        </p:nvPicPr>
        <p:blipFill rotWithShape="1">
          <a:blip r:embed="rId2">
            <a:alphaModFix/>
          </a:blip>
          <a:srcRect b="0" l="0" r="0" t="0"/>
          <a:stretch/>
        </p:blipFill>
        <p:spPr>
          <a:xfrm>
            <a:off x="0" y="332175"/>
            <a:ext cx="174225" cy="807700"/>
          </a:xfrm>
          <a:prstGeom prst="rect">
            <a:avLst/>
          </a:prstGeom>
          <a:noFill/>
          <a:ln>
            <a:noFill/>
          </a:ln>
        </p:spPr>
      </p:pic>
      <p:sp>
        <p:nvSpPr>
          <p:cNvPr id="61" name="Google Shape;61;p13"/>
          <p:cNvSpPr txBox="1"/>
          <p:nvPr>
            <p:ph type="title"/>
          </p:nvPr>
        </p:nvSpPr>
        <p:spPr>
          <a:xfrm>
            <a:off x="248675" y="383000"/>
            <a:ext cx="6319500" cy="3033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424242"/>
              </a:buClr>
              <a:buSzPts val="1500"/>
              <a:buFont typeface="Muli"/>
              <a:buNone/>
              <a:defRPr sz="1500">
                <a:solidFill>
                  <a:srgbClr val="424242"/>
                </a:solidFill>
                <a:latin typeface="Muli"/>
                <a:ea typeface="Muli"/>
                <a:cs typeface="Muli"/>
                <a:sym typeface="Mul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3"/>
          <p:cNvSpPr txBox="1"/>
          <p:nvPr>
            <p:ph idx="1" type="subTitle"/>
          </p:nvPr>
        </p:nvSpPr>
        <p:spPr>
          <a:xfrm>
            <a:off x="239375" y="702150"/>
            <a:ext cx="6319500" cy="437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006DAF"/>
              </a:buClr>
              <a:buSzPts val="2500"/>
              <a:buFont typeface="Montserrat Medium"/>
              <a:buNone/>
              <a:defRPr sz="2500">
                <a:solidFill>
                  <a:srgbClr val="006DAF"/>
                </a:solidFill>
                <a:latin typeface="Montserrat Medium"/>
                <a:ea typeface="Montserrat Medium"/>
                <a:cs typeface="Montserrat Medium"/>
                <a:sym typeface="Montserrat Medium"/>
              </a:defRPr>
            </a:lvl1pPr>
            <a:lvl2pPr lvl="1">
              <a:spcBef>
                <a:spcPts val="0"/>
              </a:spcBef>
              <a:spcAft>
                <a:spcPts val="0"/>
              </a:spcAft>
              <a:buClr>
                <a:srgbClr val="006DAF"/>
              </a:buClr>
              <a:buSzPts val="1400"/>
              <a:buNone/>
              <a:defRPr>
                <a:solidFill>
                  <a:srgbClr val="006DAF"/>
                </a:solidFill>
              </a:defRPr>
            </a:lvl2pPr>
            <a:lvl3pPr lvl="2">
              <a:spcBef>
                <a:spcPts val="0"/>
              </a:spcBef>
              <a:spcAft>
                <a:spcPts val="0"/>
              </a:spcAft>
              <a:buClr>
                <a:srgbClr val="006DAF"/>
              </a:buClr>
              <a:buSzPts val="1400"/>
              <a:buNone/>
              <a:defRPr>
                <a:solidFill>
                  <a:srgbClr val="006DAF"/>
                </a:solidFill>
              </a:defRPr>
            </a:lvl3pPr>
            <a:lvl4pPr lvl="3">
              <a:spcBef>
                <a:spcPts val="0"/>
              </a:spcBef>
              <a:spcAft>
                <a:spcPts val="0"/>
              </a:spcAft>
              <a:buClr>
                <a:srgbClr val="006DAF"/>
              </a:buClr>
              <a:buSzPts val="1400"/>
              <a:buNone/>
              <a:defRPr>
                <a:solidFill>
                  <a:srgbClr val="006DAF"/>
                </a:solidFill>
              </a:defRPr>
            </a:lvl4pPr>
            <a:lvl5pPr lvl="4">
              <a:spcBef>
                <a:spcPts val="0"/>
              </a:spcBef>
              <a:spcAft>
                <a:spcPts val="0"/>
              </a:spcAft>
              <a:buClr>
                <a:srgbClr val="006DAF"/>
              </a:buClr>
              <a:buSzPts val="1400"/>
              <a:buNone/>
              <a:defRPr>
                <a:solidFill>
                  <a:srgbClr val="006DAF"/>
                </a:solidFill>
              </a:defRPr>
            </a:lvl5pPr>
            <a:lvl6pPr lvl="5">
              <a:spcBef>
                <a:spcPts val="0"/>
              </a:spcBef>
              <a:spcAft>
                <a:spcPts val="0"/>
              </a:spcAft>
              <a:buClr>
                <a:srgbClr val="006DAF"/>
              </a:buClr>
              <a:buSzPts val="1400"/>
              <a:buNone/>
              <a:defRPr>
                <a:solidFill>
                  <a:srgbClr val="006DAF"/>
                </a:solidFill>
              </a:defRPr>
            </a:lvl6pPr>
            <a:lvl7pPr lvl="6">
              <a:spcBef>
                <a:spcPts val="0"/>
              </a:spcBef>
              <a:spcAft>
                <a:spcPts val="0"/>
              </a:spcAft>
              <a:buClr>
                <a:srgbClr val="006DAF"/>
              </a:buClr>
              <a:buSzPts val="1400"/>
              <a:buNone/>
              <a:defRPr>
                <a:solidFill>
                  <a:srgbClr val="006DAF"/>
                </a:solidFill>
              </a:defRPr>
            </a:lvl7pPr>
            <a:lvl8pPr lvl="7">
              <a:spcBef>
                <a:spcPts val="0"/>
              </a:spcBef>
              <a:spcAft>
                <a:spcPts val="0"/>
              </a:spcAft>
              <a:buClr>
                <a:srgbClr val="006DAF"/>
              </a:buClr>
              <a:buSzPts val="1400"/>
              <a:buNone/>
              <a:defRPr>
                <a:solidFill>
                  <a:srgbClr val="006DAF"/>
                </a:solidFill>
              </a:defRPr>
            </a:lvl8pPr>
            <a:lvl9pPr lvl="8">
              <a:spcBef>
                <a:spcPts val="0"/>
              </a:spcBef>
              <a:spcAft>
                <a:spcPts val="0"/>
              </a:spcAft>
              <a:buClr>
                <a:srgbClr val="006DAF"/>
              </a:buClr>
              <a:buSzPts val="1400"/>
              <a:buNone/>
              <a:defRPr>
                <a:solidFill>
                  <a:srgbClr val="006DAF"/>
                </a:solidFill>
              </a:defRPr>
            </a:lvl9pPr>
          </a:lstStyle>
          <a:p/>
        </p:txBody>
      </p:sp>
      <p:sp>
        <p:nvSpPr>
          <p:cNvPr id="63" name="Google Shape;63;p13"/>
          <p:cNvSpPr txBox="1"/>
          <p:nvPr>
            <p:ph idx="2" type="body"/>
          </p:nvPr>
        </p:nvSpPr>
        <p:spPr>
          <a:xfrm>
            <a:off x="898175" y="1428863"/>
            <a:ext cx="3768300" cy="2841900"/>
          </a:xfrm>
          <a:prstGeom prst="rect">
            <a:avLst/>
          </a:prstGeom>
          <a:noFill/>
          <a:ln>
            <a:noFill/>
          </a:ln>
        </p:spPr>
        <p:txBody>
          <a:bodyPr anchorCtr="0" anchor="t" bIns="91425" lIns="91425" spcFirstLastPara="1" rIns="91425" wrap="square" tIns="91425">
            <a:noAutofit/>
          </a:bodyPr>
          <a:lstStyle>
            <a:lvl1pPr indent="-342900" lvl="0" marL="4572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1pPr>
            <a:lvl2pPr indent="-342900" lvl="1" marL="9144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2pPr>
            <a:lvl3pPr indent="-342900" lvl="2" marL="13716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3pPr>
            <a:lvl4pPr indent="-342900" lvl="3" marL="18288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4pPr>
            <a:lvl5pPr indent="-342900" lvl="4" marL="22860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5pPr>
            <a:lvl6pPr indent="-342900" lvl="5" marL="27432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6pPr>
            <a:lvl7pPr indent="-342900" lvl="6" marL="32004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7pPr>
            <a:lvl8pPr indent="-342900" lvl="7" marL="36576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8pPr>
            <a:lvl9pPr indent="-342900" lvl="8" marL="4114800">
              <a:spcBef>
                <a:spcPts val="0"/>
              </a:spcBef>
              <a:spcAft>
                <a:spcPts val="0"/>
              </a:spcAft>
              <a:buClr>
                <a:srgbClr val="666666"/>
              </a:buClr>
              <a:buSzPts val="1800"/>
              <a:buFont typeface="Montserrat"/>
              <a:buChar char="■"/>
              <a:defRPr sz="1800">
                <a:solidFill>
                  <a:srgbClr val="666666"/>
                </a:solidFill>
                <a:latin typeface="Montserrat"/>
                <a:ea typeface="Montserrat"/>
                <a:cs typeface="Montserrat"/>
                <a:sym typeface="Montserrat"/>
              </a:defRPr>
            </a:lvl9pPr>
          </a:lstStyle>
          <a:p/>
        </p:txBody>
      </p:sp>
      <p:pic>
        <p:nvPicPr>
          <p:cNvPr id="64" name="Google Shape;64;p13"/>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Tree>
  </p:cSld>
  <p:clrMapOvr>
    <a:masterClrMapping/>
  </p:clrMapOvr>
  <p:extLst>
    <p:ext uri="{DCECCB84-F9BA-43D5-87BE-67443E8EF086}">
      <p15:sldGuideLst>
        <p15:guide id="1" pos="4143">
          <p15:clr>
            <a:srgbClr val="E46962"/>
          </p15:clr>
        </p15:guide>
        <p15:guide id="2" orient="horz" pos="90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actice">
  <p:cSld name="SECTION_TITLE_AND_DESCRIPTION_1_2">
    <p:spTree>
      <p:nvGrpSpPr>
        <p:cNvPr id="65" name="Shape 65"/>
        <p:cNvGrpSpPr/>
        <p:nvPr/>
      </p:nvGrpSpPr>
      <p:grpSpPr>
        <a:xfrm>
          <a:off x="0" y="0"/>
          <a:ext cx="0" cy="0"/>
          <a:chOff x="0" y="0"/>
          <a:chExt cx="0" cy="0"/>
        </a:xfrm>
      </p:grpSpPr>
      <p:pic>
        <p:nvPicPr>
          <p:cNvPr id="66" name="Google Shape;66;p14"/>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67" name="Google Shape;67;p14"/>
          <p:cNvSpPr txBox="1"/>
          <p:nvPr/>
        </p:nvSpPr>
        <p:spPr>
          <a:xfrm>
            <a:off x="1051800" y="1163276"/>
            <a:ext cx="7040400" cy="12579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0"/>
              </a:spcBef>
              <a:spcAft>
                <a:spcPts val="0"/>
              </a:spcAft>
              <a:buNone/>
            </a:pPr>
            <a:r>
              <a:rPr lang="en-US" sz="3600">
                <a:solidFill>
                  <a:srgbClr val="006DAF"/>
                </a:solidFill>
                <a:latin typeface="Montserrat Medium"/>
                <a:ea typeface="Montserrat Medium"/>
                <a:cs typeface="Montserrat Medium"/>
                <a:sym typeface="Montserrat Medium"/>
              </a:rPr>
              <a:t>Practice</a:t>
            </a:r>
            <a:endParaRPr sz="3600">
              <a:solidFill>
                <a:srgbClr val="006DAF"/>
              </a:solidFill>
              <a:latin typeface="Montserrat SemiBold"/>
              <a:ea typeface="Montserrat SemiBold"/>
              <a:cs typeface="Montserrat SemiBold"/>
              <a:sym typeface="Montserrat SemiBold"/>
            </a:endParaRPr>
          </a:p>
        </p:txBody>
      </p:sp>
      <p:pic>
        <p:nvPicPr>
          <p:cNvPr id="68" name="Google Shape;68;p14"/>
          <p:cNvPicPr preferRelativeResize="0"/>
          <p:nvPr/>
        </p:nvPicPr>
        <p:blipFill rotWithShape="1">
          <a:blip r:embed="rId3">
            <a:alphaModFix/>
          </a:blip>
          <a:srcRect b="0" l="0" r="0" t="0"/>
          <a:stretch/>
        </p:blipFill>
        <p:spPr>
          <a:xfrm>
            <a:off x="2495663" y="2034114"/>
            <a:ext cx="4152675" cy="2125325"/>
          </a:xfrm>
          <a:prstGeom prst="rect">
            <a:avLst/>
          </a:prstGeom>
          <a:noFill/>
          <a:ln>
            <a:noFill/>
          </a:ln>
        </p:spPr>
      </p:pic>
      <p:pic>
        <p:nvPicPr>
          <p:cNvPr id="69" name="Google Shape;69;p14"/>
          <p:cNvPicPr preferRelativeResize="0"/>
          <p:nvPr/>
        </p:nvPicPr>
        <p:blipFill rotWithShape="1">
          <a:blip r:embed="rId4">
            <a:alphaModFix/>
          </a:blip>
          <a:srcRect b="0" l="36212" r="57" t="84436"/>
          <a:stretch/>
        </p:blipFill>
        <p:spPr>
          <a:xfrm>
            <a:off x="0" y="5013325"/>
            <a:ext cx="9144000" cy="130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Image">
  <p:cSld name="SECTION_TITLE_AND_DESCRIPTION_1_1">
    <p:spTree>
      <p:nvGrpSpPr>
        <p:cNvPr id="70" name="Shape 70"/>
        <p:cNvGrpSpPr/>
        <p:nvPr/>
      </p:nvGrpSpPr>
      <p:grpSpPr>
        <a:xfrm>
          <a:off x="0" y="0"/>
          <a:ext cx="0" cy="0"/>
          <a:chOff x="0" y="0"/>
          <a:chExt cx="0" cy="0"/>
        </a:xfrm>
      </p:grpSpPr>
      <p:pic>
        <p:nvPicPr>
          <p:cNvPr id="71" name="Google Shape;71;p15"/>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72" name="Google Shape;72;p15"/>
          <p:cNvSpPr txBox="1"/>
          <p:nvPr>
            <p:ph type="title"/>
          </p:nvPr>
        </p:nvSpPr>
        <p:spPr>
          <a:xfrm>
            <a:off x="1410150" y="2164500"/>
            <a:ext cx="6323700" cy="814500"/>
          </a:xfrm>
          <a:prstGeom prst="rect">
            <a:avLst/>
          </a:prstGeom>
          <a:noFill/>
          <a:ln>
            <a:noFill/>
          </a:ln>
        </p:spPr>
        <p:txBody>
          <a:bodyPr anchorCtr="0" anchor="ctr" bIns="91425" lIns="91425" spcFirstLastPara="1" rIns="91425" wrap="square" tIns="91425">
            <a:noAutofit/>
          </a:bodyPr>
          <a:lstStyle>
            <a:lvl1pPr indent="0" lvl="0" marL="0" marR="0" algn="ctr">
              <a:lnSpc>
                <a:spcPct val="115000"/>
              </a:lnSpc>
              <a:spcBef>
                <a:spcPts val="0"/>
              </a:spcBef>
              <a:spcAft>
                <a:spcPts val="0"/>
              </a:spcAft>
              <a:buNone/>
              <a:defRPr sz="3000">
                <a:solidFill>
                  <a:srgbClr val="006DAF"/>
                </a:solidFill>
                <a:latin typeface="Montserrat Medium"/>
                <a:ea typeface="Montserrat Medium"/>
                <a:cs typeface="Montserrat Medium"/>
                <a:sym typeface="Montserrat Medium"/>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pic>
        <p:nvPicPr>
          <p:cNvPr id="73" name="Google Shape;73;p15"/>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edback">
  <p:cSld name="SECTION_TITLE_AND_DESCRIPTION">
    <p:spTree>
      <p:nvGrpSpPr>
        <p:cNvPr id="74" name="Shape 74"/>
        <p:cNvGrpSpPr/>
        <p:nvPr/>
      </p:nvGrpSpPr>
      <p:grpSpPr>
        <a:xfrm>
          <a:off x="0" y="0"/>
          <a:ext cx="0" cy="0"/>
          <a:chOff x="0" y="0"/>
          <a:chExt cx="0" cy="0"/>
        </a:xfrm>
      </p:grpSpPr>
      <p:pic>
        <p:nvPicPr>
          <p:cNvPr id="75" name="Google Shape;75;p16"/>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76" name="Google Shape;76;p16"/>
          <p:cNvSpPr txBox="1"/>
          <p:nvPr/>
        </p:nvSpPr>
        <p:spPr>
          <a:xfrm>
            <a:off x="1161694" y="2226750"/>
            <a:ext cx="3099900" cy="690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US" sz="4500">
                <a:solidFill>
                  <a:srgbClr val="006DAF"/>
                </a:solidFill>
                <a:latin typeface="Montserrat Medium"/>
                <a:ea typeface="Montserrat Medium"/>
                <a:cs typeface="Montserrat Medium"/>
                <a:sym typeface="Montserrat Medium"/>
              </a:rPr>
              <a:t>Feedback</a:t>
            </a:r>
            <a:endParaRPr sz="4500">
              <a:solidFill>
                <a:srgbClr val="006DAF"/>
              </a:solidFill>
              <a:latin typeface="Montserrat Medium"/>
              <a:ea typeface="Montserrat Medium"/>
              <a:cs typeface="Montserrat Medium"/>
              <a:sym typeface="Montserrat Medium"/>
            </a:endParaRPr>
          </a:p>
        </p:txBody>
      </p:sp>
      <p:pic>
        <p:nvPicPr>
          <p:cNvPr id="77" name="Google Shape;77;p16"/>
          <p:cNvPicPr preferRelativeResize="0"/>
          <p:nvPr/>
        </p:nvPicPr>
        <p:blipFill>
          <a:blip r:embed="rId3">
            <a:alphaModFix/>
          </a:blip>
          <a:stretch>
            <a:fillRect/>
          </a:stretch>
        </p:blipFill>
        <p:spPr>
          <a:xfrm>
            <a:off x="4704082" y="1370700"/>
            <a:ext cx="3278224" cy="2402100"/>
          </a:xfrm>
          <a:prstGeom prst="rect">
            <a:avLst/>
          </a:prstGeom>
          <a:noFill/>
          <a:ln>
            <a:noFill/>
          </a:ln>
        </p:spPr>
      </p:pic>
      <p:pic>
        <p:nvPicPr>
          <p:cNvPr id="78" name="Google Shape;78;p16"/>
          <p:cNvPicPr preferRelativeResize="0"/>
          <p:nvPr/>
        </p:nvPicPr>
        <p:blipFill rotWithShape="1">
          <a:blip r:embed="rId4">
            <a:alphaModFix/>
          </a:blip>
          <a:srcRect b="0" l="36212" r="57" t="84436"/>
          <a:stretch/>
        </p:blipFill>
        <p:spPr>
          <a:xfrm>
            <a:off x="0" y="5013325"/>
            <a:ext cx="9144000" cy="1301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ession">
  <p:cSld name="CAPTION_ONLY">
    <p:spTree>
      <p:nvGrpSpPr>
        <p:cNvPr id="79" name="Shape 79"/>
        <p:cNvGrpSpPr/>
        <p:nvPr/>
      </p:nvGrpSpPr>
      <p:grpSpPr>
        <a:xfrm>
          <a:off x="0" y="0"/>
          <a:ext cx="0" cy="0"/>
          <a:chOff x="0" y="0"/>
          <a:chExt cx="0" cy="0"/>
        </a:xfrm>
      </p:grpSpPr>
      <p:pic>
        <p:nvPicPr>
          <p:cNvPr id="80" name="Google Shape;80;p17"/>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81" name="Google Shape;81;p17"/>
          <p:cNvSpPr txBox="1"/>
          <p:nvPr>
            <p:ph type="title"/>
          </p:nvPr>
        </p:nvSpPr>
        <p:spPr>
          <a:xfrm>
            <a:off x="1564950" y="2271900"/>
            <a:ext cx="6014100" cy="599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rgbClr val="006DAF"/>
              </a:buClr>
              <a:buSzPts val="3000"/>
              <a:buFont typeface="Montserrat SemiBold"/>
              <a:buNone/>
              <a:defRPr sz="3000">
                <a:solidFill>
                  <a:srgbClr val="006DAF"/>
                </a:solidFill>
                <a:latin typeface="Montserrat SemiBold"/>
                <a:ea typeface="Montserrat SemiBold"/>
                <a:cs typeface="Montserrat SemiBold"/>
                <a:sym typeface="Montserrat SemiBold"/>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pic>
        <p:nvPicPr>
          <p:cNvPr id="82" name="Google Shape;82;p17"/>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
        <p:nvSpPr>
          <p:cNvPr id="83" name="Google Shape;83;p17"/>
          <p:cNvSpPr txBox="1"/>
          <p:nvPr/>
        </p:nvSpPr>
        <p:spPr>
          <a:xfrm>
            <a:off x="1743450" y="1805588"/>
            <a:ext cx="5657100" cy="513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2100">
                <a:solidFill>
                  <a:srgbClr val="006DAF"/>
                </a:solidFill>
                <a:latin typeface="Montserrat Medium"/>
                <a:ea typeface="Montserrat Medium"/>
                <a:cs typeface="Montserrat Medium"/>
                <a:sym typeface="Montserrat Medium"/>
              </a:rPr>
              <a:t>Next Session</a:t>
            </a:r>
            <a:endParaRPr sz="2100">
              <a:solidFill>
                <a:srgbClr val="006DAF"/>
              </a:solidFill>
              <a:latin typeface="Montserrat Medium"/>
              <a:ea typeface="Montserrat Medium"/>
              <a:cs typeface="Montserrat Medium"/>
              <a:sym typeface="Montserrat Medium"/>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Image 2">
  <p:cSld name="CAPTION_ONLY_1">
    <p:spTree>
      <p:nvGrpSpPr>
        <p:cNvPr id="84" name="Shape 84"/>
        <p:cNvGrpSpPr/>
        <p:nvPr/>
      </p:nvGrpSpPr>
      <p:grpSpPr>
        <a:xfrm>
          <a:off x="0" y="0"/>
          <a:ext cx="0" cy="0"/>
          <a:chOff x="0" y="0"/>
          <a:chExt cx="0" cy="0"/>
        </a:xfrm>
      </p:grpSpPr>
      <p:pic>
        <p:nvPicPr>
          <p:cNvPr id="85" name="Google Shape;85;p18"/>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pic>
        <p:nvPicPr>
          <p:cNvPr id="86" name="Google Shape;86;p18"/>
          <p:cNvPicPr preferRelativeResize="0"/>
          <p:nvPr/>
        </p:nvPicPr>
        <p:blipFill rotWithShape="1">
          <a:blip r:embed="rId3">
            <a:alphaModFix/>
          </a:blip>
          <a:srcRect b="0" l="36212" r="57" t="84436"/>
          <a:stretch/>
        </p:blipFill>
        <p:spPr>
          <a:xfrm>
            <a:off x="0" y="5013325"/>
            <a:ext cx="9144000" cy="130175"/>
          </a:xfrm>
          <a:prstGeom prst="rect">
            <a:avLst/>
          </a:prstGeom>
          <a:noFill/>
          <a:ln>
            <a:noFill/>
          </a:ln>
        </p:spPr>
      </p:pic>
      <p:sp>
        <p:nvSpPr>
          <p:cNvPr id="87" name="Google Shape;87;p18"/>
          <p:cNvSpPr txBox="1"/>
          <p:nvPr>
            <p:ph type="title"/>
          </p:nvPr>
        </p:nvSpPr>
        <p:spPr>
          <a:xfrm>
            <a:off x="1496100" y="2097300"/>
            <a:ext cx="6151800" cy="599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rgbClr val="006DAF"/>
              </a:buClr>
              <a:buSzPts val="3000"/>
              <a:buFont typeface="Montserrat SemiBold"/>
              <a:buNone/>
              <a:defRPr sz="3000">
                <a:solidFill>
                  <a:srgbClr val="006DAF"/>
                </a:solidFill>
                <a:latin typeface="Montserrat SemiBold"/>
                <a:ea typeface="Montserrat SemiBold"/>
                <a:cs typeface="Montserrat SemiBold"/>
                <a:sym typeface="Montserrat SemiBold"/>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8" name="Google Shape;88;p18"/>
          <p:cNvSpPr txBox="1"/>
          <p:nvPr>
            <p:ph idx="1" type="subTitle"/>
          </p:nvPr>
        </p:nvSpPr>
        <p:spPr>
          <a:xfrm>
            <a:off x="1743450" y="1631100"/>
            <a:ext cx="5657100" cy="5133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rgbClr val="006DAF"/>
              </a:buClr>
              <a:buSzPts val="2100"/>
              <a:buFont typeface="Montserrat Medium"/>
              <a:buNone/>
              <a:defRPr sz="2100">
                <a:solidFill>
                  <a:srgbClr val="006DAF"/>
                </a:solidFill>
                <a:latin typeface="Montserrat Medium"/>
                <a:ea typeface="Montserrat Medium"/>
                <a:cs typeface="Montserrat Medium"/>
                <a:sym typeface="Montserrat Medium"/>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MAIN_POINT">
    <p:spTree>
      <p:nvGrpSpPr>
        <p:cNvPr id="89" name="Shape 89"/>
        <p:cNvGrpSpPr/>
        <p:nvPr/>
      </p:nvGrpSpPr>
      <p:grpSpPr>
        <a:xfrm>
          <a:off x="0" y="0"/>
          <a:ext cx="0" cy="0"/>
          <a:chOff x="0" y="0"/>
          <a:chExt cx="0" cy="0"/>
        </a:xfrm>
      </p:grpSpPr>
      <p:pic>
        <p:nvPicPr>
          <p:cNvPr id="90" name="Google Shape;90;p19"/>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sp>
        <p:nvSpPr>
          <p:cNvPr id="91" name="Google Shape;91;p19"/>
          <p:cNvSpPr txBox="1"/>
          <p:nvPr>
            <p:ph type="title"/>
          </p:nvPr>
        </p:nvSpPr>
        <p:spPr>
          <a:xfrm>
            <a:off x="1487550" y="2228700"/>
            <a:ext cx="6168900" cy="6861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rgbClr val="006DAF"/>
              </a:buClr>
              <a:buSzPts val="3000"/>
              <a:buFont typeface="Montserrat Medium"/>
              <a:buNone/>
              <a:defRPr sz="3000">
                <a:solidFill>
                  <a:srgbClr val="006DAF"/>
                </a:solidFill>
                <a:latin typeface="Montserrat Medium"/>
                <a:ea typeface="Montserrat Medium"/>
                <a:cs typeface="Montserrat Medium"/>
                <a:sym typeface="Montserrat Medium"/>
              </a:defRPr>
            </a:lvl1pPr>
            <a:lvl2pPr lvl="1" algn="ctr">
              <a:lnSpc>
                <a:spcPct val="115000"/>
              </a:lnSpc>
              <a:spcBef>
                <a:spcPts val="0"/>
              </a:spcBef>
              <a:spcAft>
                <a:spcPts val="0"/>
              </a:spcAft>
              <a:buSzPts val="3000"/>
              <a:buNone/>
              <a:defRPr sz="3000"/>
            </a:lvl2pPr>
            <a:lvl3pPr lvl="2" algn="ctr">
              <a:lnSpc>
                <a:spcPct val="115000"/>
              </a:lnSpc>
              <a:spcBef>
                <a:spcPts val="0"/>
              </a:spcBef>
              <a:spcAft>
                <a:spcPts val="0"/>
              </a:spcAft>
              <a:buSzPts val="3000"/>
              <a:buNone/>
              <a:defRPr sz="3000"/>
            </a:lvl3pPr>
            <a:lvl4pPr lvl="3" algn="ctr">
              <a:lnSpc>
                <a:spcPct val="115000"/>
              </a:lnSpc>
              <a:spcBef>
                <a:spcPts val="0"/>
              </a:spcBef>
              <a:spcAft>
                <a:spcPts val="0"/>
              </a:spcAft>
              <a:buSzPts val="3000"/>
              <a:buNone/>
              <a:defRPr sz="3000"/>
            </a:lvl4pPr>
            <a:lvl5pPr lvl="4" algn="ctr">
              <a:lnSpc>
                <a:spcPct val="115000"/>
              </a:lnSpc>
              <a:spcBef>
                <a:spcPts val="0"/>
              </a:spcBef>
              <a:spcAft>
                <a:spcPts val="0"/>
              </a:spcAft>
              <a:buSzPts val="3000"/>
              <a:buNone/>
              <a:defRPr sz="3000"/>
            </a:lvl5pPr>
            <a:lvl6pPr lvl="5" algn="ctr">
              <a:lnSpc>
                <a:spcPct val="115000"/>
              </a:lnSpc>
              <a:spcBef>
                <a:spcPts val="0"/>
              </a:spcBef>
              <a:spcAft>
                <a:spcPts val="0"/>
              </a:spcAft>
              <a:buSzPts val="3000"/>
              <a:buNone/>
              <a:defRPr sz="3000"/>
            </a:lvl6pPr>
            <a:lvl7pPr lvl="6" algn="ctr">
              <a:lnSpc>
                <a:spcPct val="115000"/>
              </a:lnSpc>
              <a:spcBef>
                <a:spcPts val="0"/>
              </a:spcBef>
              <a:spcAft>
                <a:spcPts val="0"/>
              </a:spcAft>
              <a:buSzPts val="3000"/>
              <a:buNone/>
              <a:defRPr sz="3000"/>
            </a:lvl7pPr>
            <a:lvl8pPr lvl="7" algn="ctr">
              <a:lnSpc>
                <a:spcPct val="115000"/>
              </a:lnSpc>
              <a:spcBef>
                <a:spcPts val="0"/>
              </a:spcBef>
              <a:spcAft>
                <a:spcPts val="0"/>
              </a:spcAft>
              <a:buSzPts val="3000"/>
              <a:buNone/>
              <a:defRPr sz="3000"/>
            </a:lvl8pPr>
            <a:lvl9pPr lvl="8" algn="ctr">
              <a:lnSpc>
                <a:spcPct val="115000"/>
              </a:lnSpc>
              <a:spcBef>
                <a:spcPts val="0"/>
              </a:spcBef>
              <a:spcAft>
                <a:spcPts val="0"/>
              </a:spcAft>
              <a:buSzPts val="3000"/>
              <a:buNone/>
              <a:defRPr sz="3000"/>
            </a:lvl9pPr>
          </a:lstStyle>
          <a:p/>
        </p:txBody>
      </p:sp>
      <p:pic>
        <p:nvPicPr>
          <p:cNvPr id="92" name="Google Shape;92;p19"/>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Template">
  <p:cSld name="MAIN_POINT_1">
    <p:spTree>
      <p:nvGrpSpPr>
        <p:cNvPr id="93" name="Shape 93"/>
        <p:cNvGrpSpPr/>
        <p:nvPr/>
      </p:nvGrpSpPr>
      <p:grpSpPr>
        <a:xfrm>
          <a:off x="0" y="0"/>
          <a:ext cx="0" cy="0"/>
          <a:chOff x="0" y="0"/>
          <a:chExt cx="0" cy="0"/>
        </a:xfrm>
      </p:grpSpPr>
      <p:pic>
        <p:nvPicPr>
          <p:cNvPr id="94" name="Google Shape;94;p20"/>
          <p:cNvPicPr preferRelativeResize="0"/>
          <p:nvPr/>
        </p:nvPicPr>
        <p:blipFill rotWithShape="1">
          <a:blip r:embed="rId2">
            <a:alphaModFix/>
          </a:blip>
          <a:srcRect b="0" l="317" r="516" t="1429"/>
          <a:stretch/>
        </p:blipFill>
        <p:spPr>
          <a:xfrm>
            <a:off x="0" y="0"/>
            <a:ext cx="9144000" cy="5112202"/>
          </a:xfrm>
          <a:prstGeom prst="rect">
            <a:avLst/>
          </a:prstGeom>
          <a:noFill/>
          <a:ln>
            <a:noFill/>
          </a:ln>
        </p:spPr>
      </p:pic>
      <p:pic>
        <p:nvPicPr>
          <p:cNvPr id="95" name="Google Shape;95;p20"/>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sp>
        <p:nvSpPr>
          <p:cNvPr id="96" name="Google Shape;96;p20"/>
          <p:cNvSpPr/>
          <p:nvPr/>
        </p:nvSpPr>
        <p:spPr>
          <a:xfrm>
            <a:off x="0" y="0"/>
            <a:ext cx="4572000" cy="5093400"/>
          </a:xfrm>
          <a:prstGeom prst="rect">
            <a:avLst/>
          </a:prstGeom>
          <a:solidFill>
            <a:srgbClr val="3EB5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CUSTOM_4">
    <p:spTree>
      <p:nvGrpSpPr>
        <p:cNvPr id="97" name="Shape 97"/>
        <p:cNvGrpSpPr/>
        <p:nvPr/>
      </p:nvGrpSpPr>
      <p:grpSpPr>
        <a:xfrm>
          <a:off x="0" y="0"/>
          <a:ext cx="0" cy="0"/>
          <a:chOff x="0" y="0"/>
          <a:chExt cx="0" cy="0"/>
        </a:xfrm>
      </p:grpSpPr>
      <p:sp>
        <p:nvSpPr>
          <p:cNvPr id="98" name="Google Shape;98;p21"/>
          <p:cNvSpPr/>
          <p:nvPr/>
        </p:nvSpPr>
        <p:spPr>
          <a:xfrm>
            <a:off x="8209" y="0"/>
            <a:ext cx="1799400" cy="5094300"/>
          </a:xfrm>
          <a:prstGeom prst="rect">
            <a:avLst/>
          </a:prstGeom>
          <a:solidFill>
            <a:srgbClr val="3EB5E4"/>
          </a:solidFill>
          <a:ln cap="flat" cmpd="sng" w="9525">
            <a:solidFill>
              <a:srgbClr val="3EB5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99" name="Google Shape;99;p21"/>
          <p:cNvSpPr txBox="1"/>
          <p:nvPr/>
        </p:nvSpPr>
        <p:spPr>
          <a:xfrm rot="-5400000">
            <a:off x="-491825" y="2306100"/>
            <a:ext cx="2178600" cy="53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solidFill>
                  <a:srgbClr val="FFFFFF"/>
                </a:solidFill>
                <a:latin typeface="Muli"/>
                <a:ea typeface="Muli"/>
                <a:cs typeface="Muli"/>
                <a:sym typeface="Muli"/>
              </a:rPr>
              <a:t>Summary </a:t>
            </a:r>
            <a:endParaRPr sz="3000">
              <a:solidFill>
                <a:srgbClr val="FFFFFF"/>
              </a:solidFill>
              <a:latin typeface="Muli"/>
              <a:ea typeface="Muli"/>
              <a:cs typeface="Muli"/>
              <a:sym typeface="Mul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CUSTOM_3">
    <p:spTree>
      <p:nvGrpSpPr>
        <p:cNvPr id="100" name="Shape 100"/>
        <p:cNvGrpSpPr/>
        <p:nvPr/>
      </p:nvGrpSpPr>
      <p:grpSpPr>
        <a:xfrm>
          <a:off x="0" y="0"/>
          <a:ext cx="0" cy="0"/>
          <a:chOff x="0" y="0"/>
          <a:chExt cx="0" cy="0"/>
        </a:xfrm>
      </p:grpSpPr>
      <p:pic>
        <p:nvPicPr>
          <p:cNvPr id="101" name="Google Shape;101;p22"/>
          <p:cNvPicPr preferRelativeResize="0"/>
          <p:nvPr/>
        </p:nvPicPr>
        <p:blipFill rotWithShape="1">
          <a:blip r:embed="rId2">
            <a:alphaModFix/>
          </a:blip>
          <a:srcRect b="0" l="0" r="0" t="0"/>
          <a:stretch/>
        </p:blipFill>
        <p:spPr>
          <a:xfrm>
            <a:off x="0" y="0"/>
            <a:ext cx="9144003" cy="5143501"/>
          </a:xfrm>
          <a:prstGeom prst="rect">
            <a:avLst/>
          </a:prstGeom>
          <a:noFill/>
          <a:ln>
            <a:noFill/>
          </a:ln>
        </p:spPr>
      </p:pic>
      <p:pic>
        <p:nvPicPr>
          <p:cNvPr id="102" name="Google Shape;102;p22"/>
          <p:cNvPicPr preferRelativeResize="0"/>
          <p:nvPr/>
        </p:nvPicPr>
        <p:blipFill>
          <a:blip r:embed="rId3">
            <a:alphaModFix/>
          </a:blip>
          <a:stretch>
            <a:fillRect/>
          </a:stretch>
        </p:blipFill>
        <p:spPr>
          <a:xfrm>
            <a:off x="8395329" y="4705650"/>
            <a:ext cx="517352" cy="24862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pic>
        <p:nvPicPr>
          <p:cNvPr id="104" name="Google Shape;104;p23"/>
          <p:cNvPicPr preferRelativeResize="0"/>
          <p:nvPr/>
        </p:nvPicPr>
        <p:blipFill rotWithShape="1">
          <a:blip r:embed="rId2">
            <a:alphaModFix/>
          </a:blip>
          <a:srcRect b="0" l="36210" r="64" t="84436"/>
          <a:stretch/>
        </p:blipFill>
        <p:spPr>
          <a:xfrm>
            <a:off x="0" y="5013325"/>
            <a:ext cx="9144000" cy="1301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5">
    <p:spTree>
      <p:nvGrpSpPr>
        <p:cNvPr id="105" name="Shape 105"/>
        <p:cNvGrpSpPr/>
        <p:nvPr/>
      </p:nvGrpSpPr>
      <p:grpSpPr>
        <a:xfrm>
          <a:off x="0" y="0"/>
          <a:ext cx="0" cy="0"/>
          <a:chOff x="0" y="0"/>
          <a:chExt cx="0" cy="0"/>
        </a:xfrm>
      </p:grpSpPr>
      <p:sp>
        <p:nvSpPr>
          <p:cNvPr id="106" name="Google Shape;106;p24"/>
          <p:cNvSpPr/>
          <p:nvPr/>
        </p:nvSpPr>
        <p:spPr>
          <a:xfrm rot="-2786278">
            <a:off x="5207869" y="2893906"/>
            <a:ext cx="6162467" cy="3011742"/>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7" name="Google Shape;107;p24"/>
          <p:cNvGrpSpPr/>
          <p:nvPr/>
        </p:nvGrpSpPr>
        <p:grpSpPr>
          <a:xfrm>
            <a:off x="6042447" y="2206399"/>
            <a:ext cx="2328623" cy="2328623"/>
            <a:chOff x="6963825" y="656150"/>
            <a:chExt cx="1924800" cy="1924800"/>
          </a:xfrm>
        </p:grpSpPr>
        <p:sp>
          <p:nvSpPr>
            <p:cNvPr id="108" name="Google Shape;108;p24"/>
            <p:cNvSpPr/>
            <p:nvPr/>
          </p:nvSpPr>
          <p:spPr>
            <a:xfrm>
              <a:off x="6963825" y="656150"/>
              <a:ext cx="1924800" cy="1924800"/>
            </a:xfrm>
            <a:prstGeom prst="ellipse">
              <a:avLst/>
            </a:prstGeom>
            <a:solidFill>
              <a:srgbClr val="FFFFFF"/>
            </a:solidFill>
            <a:ln>
              <a:noFill/>
            </a:ln>
          </p:spPr>
          <p:txBody>
            <a:bodyPr anchorCtr="0" anchor="ctr" bIns="110600" lIns="110600" spcFirstLastPara="1" rIns="110600" wrap="square" tIns="110600">
              <a:noAutofit/>
            </a:bodyPr>
            <a:lstStyle/>
            <a:p>
              <a:pPr indent="0" lvl="0" marL="0" rtl="0" algn="ctr">
                <a:spcBef>
                  <a:spcPts val="0"/>
                </a:spcBef>
                <a:spcAft>
                  <a:spcPts val="0"/>
                </a:spcAft>
                <a:buNone/>
              </a:pPr>
              <a:r>
                <a:t/>
              </a:r>
              <a:endParaRPr sz="1694"/>
            </a:p>
          </p:txBody>
        </p:sp>
        <p:pic>
          <p:nvPicPr>
            <p:cNvPr id="109" name="Google Shape;109;p24" title="9914328_112 1.png"/>
            <p:cNvPicPr preferRelativeResize="0"/>
            <p:nvPr/>
          </p:nvPicPr>
          <p:blipFill rotWithShape="1">
            <a:blip r:embed="rId2">
              <a:alphaModFix/>
            </a:blip>
            <a:srcRect b="0" l="15457" r="-1858" t="17505"/>
            <a:stretch/>
          </p:blipFill>
          <p:spPr>
            <a:xfrm>
              <a:off x="6963825" y="656150"/>
              <a:ext cx="1924800" cy="1924800"/>
            </a:xfrm>
            <a:prstGeom prst="ellipse">
              <a:avLst/>
            </a:prstGeom>
            <a:noFill/>
            <a:ln cap="flat" cmpd="sng" w="40725">
              <a:solidFill>
                <a:srgbClr val="CFE2F3"/>
              </a:solidFill>
              <a:prstDash val="solid"/>
              <a:round/>
              <a:headEnd len="sm" w="sm" type="none"/>
              <a:tailEnd len="sm" w="sm" type="none"/>
            </a:ln>
          </p:spPr>
        </p:pic>
      </p:grpSp>
      <p:pic>
        <p:nvPicPr>
          <p:cNvPr id="110" name="Google Shape;110;p24"/>
          <p:cNvPicPr preferRelativeResize="0"/>
          <p:nvPr/>
        </p:nvPicPr>
        <p:blipFill>
          <a:blip r:embed="rId3">
            <a:alphaModFix/>
          </a:blip>
          <a:stretch>
            <a:fillRect/>
          </a:stretch>
        </p:blipFill>
        <p:spPr>
          <a:xfrm>
            <a:off x="8395329" y="4705650"/>
            <a:ext cx="517352" cy="248625"/>
          </a:xfrm>
          <a:prstGeom prst="rect">
            <a:avLst/>
          </a:prstGeom>
          <a:noFill/>
          <a:ln>
            <a:noFill/>
          </a:ln>
        </p:spPr>
      </p:pic>
      <p:sp>
        <p:nvSpPr>
          <p:cNvPr id="111" name="Google Shape;111;p24"/>
          <p:cNvSpPr txBox="1"/>
          <p:nvPr/>
        </p:nvSpPr>
        <p:spPr>
          <a:xfrm>
            <a:off x="27533" y="-76200"/>
            <a:ext cx="15663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400">
                <a:solidFill>
                  <a:schemeClr val="accent3"/>
                </a:solidFill>
                <a:latin typeface="Lexend"/>
                <a:ea typeface="Lexend"/>
                <a:cs typeface="Lexend"/>
                <a:sym typeface="Lexend"/>
              </a:rPr>
              <a:t>. . . . . . .</a:t>
            </a:r>
            <a:endParaRPr b="1" sz="2400">
              <a:solidFill>
                <a:schemeClr val="accent3"/>
              </a:solidFill>
              <a:latin typeface="Lexend"/>
              <a:ea typeface="Lexend"/>
              <a:cs typeface="Lexend"/>
              <a:sym typeface="Lexend"/>
            </a:endParaRPr>
          </a:p>
        </p:txBody>
      </p:sp>
      <p:sp>
        <p:nvSpPr>
          <p:cNvPr id="112" name="Google Shape;112;p24"/>
          <p:cNvSpPr txBox="1"/>
          <p:nvPr/>
        </p:nvSpPr>
        <p:spPr>
          <a:xfrm>
            <a:off x="27533" y="61400"/>
            <a:ext cx="15663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400">
                <a:solidFill>
                  <a:schemeClr val="accent3"/>
                </a:solidFill>
                <a:latin typeface="Lexend"/>
                <a:ea typeface="Lexend"/>
                <a:cs typeface="Lexend"/>
                <a:sym typeface="Lexend"/>
              </a:rPr>
              <a:t>. . . . . . .</a:t>
            </a:r>
            <a:endParaRPr b="1" sz="2400">
              <a:solidFill>
                <a:schemeClr val="accent3"/>
              </a:solidFill>
              <a:latin typeface="Lexend"/>
              <a:ea typeface="Lexend"/>
              <a:cs typeface="Lexend"/>
              <a:sym typeface="Lexend"/>
            </a:endParaRPr>
          </a:p>
        </p:txBody>
      </p:sp>
      <p:sp>
        <p:nvSpPr>
          <p:cNvPr id="113" name="Google Shape;113;p24"/>
          <p:cNvSpPr txBox="1"/>
          <p:nvPr/>
        </p:nvSpPr>
        <p:spPr>
          <a:xfrm>
            <a:off x="27533" y="228600"/>
            <a:ext cx="1566300" cy="3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400">
                <a:solidFill>
                  <a:schemeClr val="accent3"/>
                </a:solidFill>
                <a:latin typeface="Lexend"/>
                <a:ea typeface="Lexend"/>
                <a:cs typeface="Lexend"/>
                <a:sym typeface="Lexend"/>
              </a:rPr>
              <a:t>. . . . . . . </a:t>
            </a:r>
            <a:endParaRPr b="1" sz="2400">
              <a:solidFill>
                <a:schemeClr val="accent3"/>
              </a:solidFill>
              <a:latin typeface="Lexend"/>
              <a:ea typeface="Lexend"/>
              <a:cs typeface="Lexend"/>
              <a:sym typeface="Lexend"/>
            </a:endParaRPr>
          </a:p>
        </p:txBody>
      </p:sp>
      <p:sp>
        <p:nvSpPr>
          <p:cNvPr id="114" name="Google Shape;114;p24"/>
          <p:cNvSpPr/>
          <p:nvPr/>
        </p:nvSpPr>
        <p:spPr>
          <a:xfrm rot="-5400000">
            <a:off x="-900251" y="4258259"/>
            <a:ext cx="1808100" cy="1808100"/>
          </a:xfrm>
          <a:prstGeom prst="ellipse">
            <a:avLst/>
          </a:prstGeom>
          <a:noFill/>
          <a:ln cap="flat" cmpd="sng" w="228600">
            <a:solidFill>
              <a:srgbClr val="DEEFFF"/>
            </a:solidFill>
            <a:prstDash val="solid"/>
            <a:round/>
            <a:headEnd len="sm" w="sm" type="none"/>
            <a:tailEnd len="sm" w="sm" type="none"/>
          </a:ln>
        </p:spPr>
        <p:txBody>
          <a:bodyPr anchorCtr="0" anchor="ctr" bIns="110600" lIns="110600" spcFirstLastPara="1" rIns="110600" wrap="square" tIns="110600">
            <a:noAutofit/>
          </a:bodyPr>
          <a:lstStyle/>
          <a:p>
            <a:pPr indent="0" lvl="0" marL="0" rtl="0" algn="ctr">
              <a:spcBef>
                <a:spcPts val="0"/>
              </a:spcBef>
              <a:spcAft>
                <a:spcPts val="0"/>
              </a:spcAft>
              <a:buNone/>
            </a:pPr>
            <a:r>
              <a:t/>
            </a:r>
            <a:endParaRPr sz="1694"/>
          </a:p>
        </p:txBody>
      </p:sp>
      <p:pic>
        <p:nvPicPr>
          <p:cNvPr id="115" name="Google Shape;115;p24"/>
          <p:cNvPicPr preferRelativeResize="0"/>
          <p:nvPr/>
        </p:nvPicPr>
        <p:blipFill rotWithShape="1">
          <a:blip r:embed="rId4">
            <a:alphaModFix/>
          </a:blip>
          <a:srcRect b="0" l="36210" r="64" t="84436"/>
          <a:stretch/>
        </p:blipFill>
        <p:spPr>
          <a:xfrm>
            <a:off x="0" y="5013325"/>
            <a:ext cx="9144000" cy="1301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6">
    <p:spTree>
      <p:nvGrpSpPr>
        <p:cNvPr id="116" name="Shape 116"/>
        <p:cNvGrpSpPr/>
        <p:nvPr/>
      </p:nvGrpSpPr>
      <p:grpSpPr>
        <a:xfrm>
          <a:off x="0" y="0"/>
          <a:ext cx="0" cy="0"/>
          <a:chOff x="0" y="0"/>
          <a:chExt cx="0" cy="0"/>
        </a:xfrm>
      </p:grpSpPr>
      <p:pic>
        <p:nvPicPr>
          <p:cNvPr id="117" name="Google Shape;117;p25" title="10c06ea7c9c177984e865384ce512d05.jpg"/>
          <p:cNvPicPr preferRelativeResize="0"/>
          <p:nvPr/>
        </p:nvPicPr>
        <p:blipFill rotWithShape="1">
          <a:blip r:embed="rId2">
            <a:alphaModFix/>
          </a:blip>
          <a:srcRect b="0" l="0" r="0" t="53236"/>
          <a:stretch/>
        </p:blipFill>
        <p:spPr>
          <a:xfrm flipH="1" rot="10800000">
            <a:off x="0" y="0"/>
            <a:ext cx="9144000" cy="2092826"/>
          </a:xfrm>
          <a:prstGeom prst="rect">
            <a:avLst/>
          </a:prstGeom>
          <a:noFill/>
          <a:ln>
            <a:noFill/>
          </a:ln>
        </p:spPr>
      </p:pic>
      <p:pic>
        <p:nvPicPr>
          <p:cNvPr id="118" name="Google Shape;118;p25" title="10c06ea7c9c177984e865384ce512d05.jpg"/>
          <p:cNvPicPr preferRelativeResize="0"/>
          <p:nvPr/>
        </p:nvPicPr>
        <p:blipFill rotWithShape="1">
          <a:blip r:embed="rId2">
            <a:alphaModFix/>
          </a:blip>
          <a:srcRect b="0" l="0" r="0" t="53236"/>
          <a:stretch/>
        </p:blipFill>
        <p:spPr>
          <a:xfrm>
            <a:off x="0" y="3050675"/>
            <a:ext cx="9144000" cy="2092826"/>
          </a:xfrm>
          <a:prstGeom prst="rect">
            <a:avLst/>
          </a:prstGeom>
          <a:noFill/>
          <a:ln>
            <a:noFill/>
          </a:ln>
        </p:spPr>
      </p:pic>
      <p:sp>
        <p:nvSpPr>
          <p:cNvPr id="119" name="Google Shape;119;p25"/>
          <p:cNvSpPr/>
          <p:nvPr/>
        </p:nvSpPr>
        <p:spPr>
          <a:xfrm>
            <a:off x="0" y="0"/>
            <a:ext cx="9144000" cy="5143500"/>
          </a:xfrm>
          <a:prstGeom prst="roundRect">
            <a:avLst>
              <a:gd fmla="val 0" name="adj"/>
            </a:avLst>
          </a:prstGeom>
          <a:solidFill>
            <a:srgbClr val="FFFFFF">
              <a:alpha val="873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5"/>
          <p:cNvSpPr/>
          <p:nvPr/>
        </p:nvSpPr>
        <p:spPr>
          <a:xfrm>
            <a:off x="24225" y="1659794"/>
            <a:ext cx="11664075" cy="1958368"/>
          </a:xfrm>
          <a:prstGeom prst="flowChartInputOutput">
            <a:avLst/>
          </a:prstGeom>
          <a:gradFill>
            <a:gsLst>
              <a:gs pos="0">
                <a:srgbClr val="26A0DD">
                  <a:alpha val="86275"/>
                </a:srgbClr>
              </a:gs>
              <a:gs pos="100000">
                <a:srgbClr val="26A0DD"/>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5"/>
          <p:cNvSpPr/>
          <p:nvPr/>
        </p:nvSpPr>
        <p:spPr>
          <a:xfrm>
            <a:off x="-7653250" y="1525337"/>
            <a:ext cx="11373475" cy="1958379"/>
          </a:xfrm>
          <a:prstGeom prst="flowChartInputOutput">
            <a:avLst/>
          </a:prstGeom>
          <a:solidFill>
            <a:srgbClr val="9EE3FF">
              <a:alpha val="7405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pic>
        <p:nvPicPr>
          <p:cNvPr id="122" name="Google Shape;122;p25"/>
          <p:cNvPicPr preferRelativeResize="0"/>
          <p:nvPr/>
        </p:nvPicPr>
        <p:blipFill rotWithShape="1">
          <a:blip r:embed="rId3">
            <a:alphaModFix/>
          </a:blip>
          <a:srcRect b="0" l="36210" r="64" t="84436"/>
          <a:stretch/>
        </p:blipFill>
        <p:spPr>
          <a:xfrm>
            <a:off x="0" y="5013325"/>
            <a:ext cx="9144000" cy="130175"/>
          </a:xfrm>
          <a:prstGeom prst="rect">
            <a:avLst/>
          </a:prstGeom>
          <a:noFill/>
          <a:ln>
            <a:noFill/>
          </a:ln>
        </p:spPr>
      </p:pic>
      <p:pic>
        <p:nvPicPr>
          <p:cNvPr id="123" name="Google Shape;123;p25"/>
          <p:cNvPicPr preferRelativeResize="0"/>
          <p:nvPr/>
        </p:nvPicPr>
        <p:blipFill rotWithShape="1">
          <a:blip r:embed="rId4">
            <a:alphaModFix/>
          </a:blip>
          <a:srcRect b="-24838" l="-8569" r="-8021" t="-19234"/>
          <a:stretch/>
        </p:blipFill>
        <p:spPr>
          <a:xfrm>
            <a:off x="8352450" y="4652875"/>
            <a:ext cx="607724" cy="36044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 name="Shape 11"/>
        <p:cNvGrpSpPr/>
        <p:nvPr/>
      </p:nvGrpSpPr>
      <p:grpSpPr>
        <a:xfrm>
          <a:off x="0" y="0"/>
          <a:ext cx="0" cy="0"/>
          <a:chOff x="0" y="0"/>
          <a:chExt cx="0" cy="0"/>
        </a:xfrm>
      </p:grpSpPr>
      <p:pic>
        <p:nvPicPr>
          <p:cNvPr id="12" name="Google Shape;12;p3"/>
          <p:cNvPicPr preferRelativeResize="0"/>
          <p:nvPr/>
        </p:nvPicPr>
        <p:blipFill rotWithShape="1">
          <a:blip r:embed="rId1">
            <a:alphaModFix/>
          </a:blip>
          <a:srcRect b="-24838" l="-8569" r="-8021" t="-19234"/>
          <a:stretch/>
        </p:blipFill>
        <p:spPr>
          <a:xfrm>
            <a:off x="8352450" y="4652875"/>
            <a:ext cx="607724" cy="36044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7.png"/><Relationship Id="rId4"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14.png"/><Relationship Id="rId4"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15.png"/><Relationship Id="rId4"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16.png"/><Relationship Id="rId4"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4.png"/><Relationship Id="rId4"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5.png"/><Relationship Id="rId4"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6.png"/><Relationship Id="rId4"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7.png"/><Relationship Id="rId4"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8.png"/><Relationship Id="rId4"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59.png"/><Relationship Id="rId4"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0.png"/><Relationship Id="rId4"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1.png"/><Relationship Id="rId4"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2.png"/><Relationship Id="rId4"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3.png"/><Relationship Id="rId4"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4.png"/><Relationship Id="rId4"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5.png"/><Relationship Id="rId4"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6.png"/><Relationship Id="rId4"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7.png"/><Relationship Id="rId4"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8.png"/><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69.png"/><Relationship Id="rId4"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70.png"/><Relationship Id="rId4"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71.png"/><Relationship Id="rId4"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2" name="Google Shape;132;p27"/>
          <p:cNvSpPr txBox="1"/>
          <p:nvPr>
            <p:ph type="title"/>
          </p:nvPr>
        </p:nvSpPr>
        <p:spPr>
          <a:xfrm>
            <a:off x="3473700" y="2083525"/>
            <a:ext cx="3939600" cy="93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Sensing &amp; Hardware Architecture</a:t>
            </a:r>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What this module covers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48640" y="1325880"/>
            <a:ext cx="8046720" cy="329184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B0–B1 · Choosing sensors and the interface each one uses</a:t>
            </a:r>
          </a:p>
          <a:p>
            <a:pPr marL="274320" indent="-274320">
              <a:lnSpc>
                <a:spcPct val="120000"/>
              </a:lnSpc>
              <a:spcAft>
                <a:spcPts val="1400"/>
              </a:spcAft>
              <a:buChar char="•"/>
            </a:pPr>
            <a:r>
              <a:rPr sz="1800">
                <a:solidFill>
                  <a:srgbClr val="434343"/>
                </a:solidFill>
                <a:latin typeface="Muli"/>
              </a:rPr>
              <a:t>B2–B3 · Hardware block diagram and electrical architecture</a:t>
            </a:r>
          </a:p>
          <a:p>
            <a:pPr marL="274320" indent="-274320">
              <a:lnSpc>
                <a:spcPct val="120000"/>
              </a:lnSpc>
              <a:buChar char="•"/>
            </a:pPr>
            <a:r>
              <a:rPr sz="1800">
                <a:solidFill>
                  <a:srgbClr val="434343"/>
                </a:solidFill>
                <a:latin typeface="Muli"/>
              </a:rPr>
              <a:t>B4–B5 · Component selection and virtual prototyping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7" name="Google Shape;137;p28"/>
          <p:cNvSpPr txBox="1"/>
          <p:nvPr>
            <p:ph type="title"/>
          </p:nvPr>
        </p:nvSpPr>
        <p:spPr>
          <a:xfrm>
            <a:off x="1143000" y="1746504"/>
            <a:ext cx="6858000" cy="164592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Sensors and Interfaces</a:t>
            </a: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Seven families, seven ways to fail</a:t>
            </a:r>
            <a:endParaRPr b="1" sz="2500">
              <a:solidFill>
                <a:srgbClr val="006DAF"/>
              </a:solidFill>
              <a:latin typeface="Montserrat"/>
              <a:ea typeface="Montserrat"/>
              <a:cs typeface="Montserrat"/>
              <a:sym typeface="Montserrat"/>
            </a:endParaRPr>
          </a:p>
        </p:txBody>
      </p:sp>
      <p:pic>
        <p:nvPicPr>
          <p:cNvPr id="270" name="Picture 269" descr="V-s04-1_s.png"/>
          <p:cNvPicPr>
            <a:picLocks noChangeAspect="1"/>
          </p:cNvPicPr>
          <p:nvPr/>
        </p:nvPicPr>
        <p:blipFill>
          <a:blip r:embed="rId3"/>
          <a:stretch>
            <a:fillRect/>
          </a:stretch>
        </p:blipFill>
        <p:spPr>
          <a:xfrm>
            <a:off x="761999" y="1143000"/>
            <a:ext cx="7620000" cy="3429000"/>
          </a:xfrm>
          <a:prstGeom prst="rect">
            <a:avLst/>
          </a:prstGeom>
        </p:spPr>
      </p:pic>
      <p:sp>
        <p:nvSpPr>
          <p:cNvPr id="271" name="TextBox 270"/>
          <p:cNvSpPr txBox="1"/>
          <p:nvPr/>
        </p:nvSpPr>
        <p:spPr>
          <a:xfrm>
            <a:off x="914400" y="4590288"/>
            <a:ext cx="7315200" cy="320040"/>
          </a:xfrm>
          <a:prstGeom prst="rect">
            <a:avLst/>
          </a:prstGeom>
          <a:noFill/>
        </p:spPr>
        <p:txBody>
          <a:bodyPr wrap="square">
            <a:noAutofit/>
          </a:bodyPr>
          <a:lstStyle/>
          <a:p>
            <a:pPr algn="ctr"/>
            <a:r>
              <a:rPr sz="1200">
                <a:solidFill>
                  <a:srgbClr val="666666"/>
                </a:solidFill>
              </a:rPr>
              <a:t>Know what each family actually measures, and how it fails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Every sensor measures a stand-in</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Measurand: what you want. Proxy: what the sensor responds to</a:t>
            </a:r>
          </a:p>
          <a:p>
            <a:pPr marL="274320" indent="-274320">
              <a:lnSpc>
                <a:spcPct val="120000"/>
              </a:lnSpc>
              <a:spcAft>
                <a:spcPts val="1400"/>
              </a:spcAft>
              <a:buChar char="•"/>
            </a:pPr>
            <a:r>
              <a:rPr sz="1800">
                <a:solidFill>
                  <a:srgbClr val="434343"/>
                </a:solidFill>
                <a:latin typeface="Muli"/>
              </a:rPr>
              <a:t>Accelerometer: acceleration; a step is inferred</a:t>
            </a:r>
          </a:p>
          <a:p>
            <a:pPr marL="274320" indent="-274320">
              <a:lnSpc>
                <a:spcPct val="120000"/>
              </a:lnSpc>
              <a:spcAft>
                <a:spcPts val="1400"/>
              </a:spcAft>
              <a:buChar char="•"/>
            </a:pPr>
            <a:r>
              <a:rPr sz="1800">
                <a:solidFill>
                  <a:srgbClr val="434343"/>
                </a:solidFill>
                <a:latin typeface="Muli"/>
              </a:rPr>
              <a:t>PPG: changing reflected light, not heart rate</a:t>
            </a:r>
          </a:p>
          <a:p>
            <a:pPr marL="274320" indent="-274320">
              <a:lnSpc>
                <a:spcPct val="120000"/>
              </a:lnSpc>
              <a:buChar char="•"/>
            </a:pPr>
            <a:r>
              <a:rPr sz="1800">
                <a:solidFill>
                  <a:srgbClr val="434343"/>
                </a:solidFill>
                <a:latin typeface="Muli"/>
              </a:rPr>
              <a:t>Write down when each proxy lies</a:t>
            </a:r>
          </a:p>
        </p:txBody>
      </p:sp>
      <p:pic>
        <p:nvPicPr>
          <p:cNvPr id="271" name="Picture 270" descr="B0-01_s.png"/>
          <p:cNvPicPr>
            <a:picLocks noChangeAspect="1"/>
          </p:cNvPicPr>
          <p:nvPr/>
        </p:nvPicPr>
        <p:blipFill>
          <a:blip r:embed="rId3"/>
          <a:stretch>
            <a:fillRect/>
          </a:stretch>
        </p:blipFill>
        <p:spPr>
          <a:xfrm>
            <a:off x="365760" y="1554956"/>
            <a:ext cx="4572000" cy="2376487"/>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Wrist PPG, and where its signal goes wrong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The costlier error picks the sensor</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False positive: reports what did not happen</a:t>
            </a:r>
          </a:p>
          <a:p>
            <a:pPr marL="274320" indent="-274320">
              <a:lnSpc>
                <a:spcPct val="120000"/>
              </a:lnSpc>
              <a:spcAft>
                <a:spcPts val="1400"/>
              </a:spcAft>
              <a:buChar char="•"/>
            </a:pPr>
            <a:r>
              <a:rPr sz="1800">
                <a:solidFill>
                  <a:srgbClr val="434343"/>
                </a:solidFill>
                <a:latin typeface="Muli"/>
              </a:rPr>
              <a:t>False negative: misses what did happen</a:t>
            </a:r>
          </a:p>
          <a:p>
            <a:pPr marL="274320" indent="-274320">
              <a:lnSpc>
                <a:spcPct val="120000"/>
              </a:lnSpc>
              <a:spcAft>
                <a:spcPts val="1400"/>
              </a:spcAft>
              <a:buChar char="•"/>
            </a:pPr>
            <a:r>
              <a:rPr sz="1800">
                <a:solidFill>
                  <a:srgbClr val="434343"/>
                </a:solidFill>
                <a:latin typeface="Muli"/>
              </a:rPr>
              <a:t>A break-beam counts bottles; it is hopeless for caps</a:t>
            </a:r>
          </a:p>
          <a:p>
            <a:pPr marL="274320" indent="-274320">
              <a:lnSpc>
                <a:spcPct val="120000"/>
              </a:lnSpc>
              <a:buChar char="•"/>
            </a:pPr>
            <a:r>
              <a:rPr sz="1800">
                <a:solidFill>
                  <a:srgbClr val="434343"/>
                </a:solidFill>
                <a:latin typeface="Muli"/>
              </a:rPr>
              <a:t>Uncapped bottle passed as capped: reaches a customer</a:t>
            </a:r>
          </a:p>
        </p:txBody>
      </p:sp>
      <p:pic>
        <p:nvPicPr>
          <p:cNvPr id="271" name="Picture 270" descr="B0-02_s.png"/>
          <p:cNvPicPr>
            <a:picLocks noChangeAspect="1"/>
          </p:cNvPicPr>
          <p:nvPr/>
        </p:nvPicPr>
        <p:blipFill>
          <a:blip r:embed="rId3"/>
          <a:stretch>
            <a:fillRect/>
          </a:stretch>
        </p:blipFill>
        <p:spPr>
          <a:xfrm>
            <a:off x="365760" y="1691878"/>
            <a:ext cx="4572000" cy="2102643"/>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One conveyor, three sensing jobs, three sensors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"Measure heart rate" is not a spec</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Test each candidate against the requirement's conditions</a:t>
            </a:r>
          </a:p>
          <a:p>
            <a:pPr marL="274320" indent="-274320">
              <a:lnSpc>
                <a:spcPct val="120000"/>
              </a:lnSpc>
              <a:spcAft>
                <a:spcPts val="1400"/>
              </a:spcAft>
              <a:buChar char="•"/>
            </a:pPr>
            <a:r>
              <a:rPr sz="1800">
                <a:solidFill>
                  <a:srgbClr val="434343"/>
                </a:solidFill>
                <a:latin typeface="Muli"/>
              </a:rPr>
              <a:t>Optical PPG works passively from the wrist</a:t>
            </a:r>
          </a:p>
          <a:p>
            <a:pPr marL="274320" indent="-274320">
              <a:lnSpc>
                <a:spcPct val="120000"/>
              </a:lnSpc>
              <a:spcAft>
                <a:spcPts val="1400"/>
              </a:spcAft>
              <a:buChar char="•"/>
            </a:pPr>
            <a:r>
              <a:rPr sz="1800">
                <a:solidFill>
                  <a:srgbClr val="434343"/>
                </a:solidFill>
                <a:latin typeface="Muli"/>
              </a:rPr>
              <a:t>Its weaknesses: motion, loose fit, ambient light</a:t>
            </a:r>
          </a:p>
          <a:p>
            <a:pPr marL="274320" indent="-274320">
              <a:lnSpc>
                <a:spcPct val="120000"/>
              </a:lnSpc>
              <a:buChar char="•"/>
            </a:pPr>
            <a:r>
              <a:rPr sz="1800">
                <a:solidFill>
                  <a:srgbClr val="434343"/>
                </a:solidFill>
                <a:latin typeface="Muli"/>
              </a:rPr>
              <a:t>Matrix row: sensor, a rejected alternative, and why</a:t>
            </a:r>
          </a:p>
        </p:txBody>
      </p:sp>
      <p:pic>
        <p:nvPicPr>
          <p:cNvPr id="271" name="Picture 270" descr="V-s07-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Wrist-worn, without the wearer doing anything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Five interfaces, side by side</a:t>
            </a:r>
            <a:endParaRPr b="1" sz="2500">
              <a:solidFill>
                <a:srgbClr val="006DAF"/>
              </a:solidFill>
              <a:latin typeface="Montserrat"/>
              <a:ea typeface="Montserrat"/>
              <a:cs typeface="Montserrat"/>
              <a:sym typeface="Montserrat"/>
            </a:endParaRPr>
          </a:p>
        </p:txBody>
      </p:sp>
      <p:pic>
        <p:nvPicPr>
          <p:cNvPr id="270" name="Picture 269" descr="V-s08-1_s.png"/>
          <p:cNvPicPr>
            <a:picLocks noChangeAspect="1"/>
          </p:cNvPicPr>
          <p:nvPr/>
        </p:nvPicPr>
        <p:blipFill>
          <a:blip r:embed="rId3"/>
          <a:stretch>
            <a:fillRect/>
          </a:stretch>
        </p:blipFill>
        <p:spPr>
          <a:xfrm>
            <a:off x="761999" y="1143000"/>
            <a:ext cx="7620000" cy="3429000"/>
          </a:xfrm>
          <a:prstGeom prst="rect">
            <a:avLst/>
          </a:prstGeom>
        </p:spPr>
      </p:pic>
      <p:sp>
        <p:nvSpPr>
          <p:cNvPr id="271" name="TextBox 270"/>
          <p:cNvSpPr txBox="1"/>
          <p:nvPr/>
        </p:nvSpPr>
        <p:spPr>
          <a:xfrm>
            <a:off x="914400" y="4590288"/>
            <a:ext cx="7315200" cy="320040"/>
          </a:xfrm>
          <a:prstGeom prst="rect">
            <a:avLst/>
          </a:prstGeom>
          <a:noFill/>
        </p:spPr>
        <p:txBody>
          <a:bodyPr wrap="square">
            <a:noAutofit/>
          </a:bodyPr>
          <a:lstStyle/>
          <a:p>
            <a:pPr algn="ctr"/>
            <a:r>
              <a:rPr sz="1200">
                <a:solidFill>
                  <a:srgbClr val="666666"/>
                </a:solidFill>
              </a:rPr>
              <a:t>Typical values; your parts' datasheets decide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Keep the display on I²C</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SPI: about 30 times faster, but 4 to 5 pins</a:t>
            </a:r>
          </a:p>
          <a:p>
            <a:pPr marL="274320" indent="-274320">
              <a:lnSpc>
                <a:spcPct val="120000"/>
              </a:lnSpc>
              <a:spcAft>
                <a:spcPts val="1400"/>
              </a:spcAft>
              <a:buChar char="•"/>
            </a:pPr>
            <a:r>
              <a:rPr sz="1800">
                <a:solidFill>
                  <a:srgbClr val="434343"/>
                </a:solidFill>
                <a:latin typeface="Muli"/>
              </a:rPr>
              <a:t>They would need a strapping pin or the debug UART</a:t>
            </a:r>
          </a:p>
          <a:p>
            <a:pPr marL="274320" indent="-274320">
              <a:lnSpc>
                <a:spcPct val="120000"/>
              </a:lnSpc>
              <a:spcAft>
                <a:spcPts val="1400"/>
              </a:spcAft>
              <a:buChar char="•"/>
            </a:pPr>
            <a:r>
              <a:rPr sz="1800">
                <a:solidFill>
                  <a:srgbClr val="434343"/>
                </a:solidFill>
                <a:latin typeface="Muli"/>
              </a:rPr>
              <a:t>The real problem was bus time, not bus speed</a:t>
            </a:r>
          </a:p>
          <a:p>
            <a:pPr marL="274320" indent="-274320">
              <a:lnSpc>
                <a:spcPct val="120000"/>
              </a:lnSpc>
              <a:buChar char="•"/>
            </a:pPr>
            <a:r>
              <a:rPr sz="1800">
                <a:solidFill>
                  <a:srgbClr val="434343"/>
                </a:solidFill>
                <a:latin typeface="Muli"/>
              </a:rPr>
              <a:t>Redraw only on change: no pins, no hardware</a:t>
            </a:r>
          </a:p>
        </p:txBody>
      </p:sp>
      <p:pic>
        <p:nvPicPr>
          <p:cNvPr id="271" name="Picture 270" descr="B1-01_s.png"/>
          <p:cNvPicPr>
            <a:picLocks noChangeAspect="1"/>
          </p:cNvPicPr>
          <p:nvPr/>
        </p:nvPicPr>
        <p:blipFill>
          <a:blip r:embed="rId3"/>
          <a:stretch>
            <a:fillRect/>
          </a:stretch>
        </p:blipFill>
        <p:spPr>
          <a:xfrm>
            <a:off x="365760" y="1669256"/>
            <a:ext cx="4572000" cy="2147887"/>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The same display, wired two ways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Read the fault from its symptom</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esp_watch: floating AD0 made the motion sensor come and go</a:t>
            </a:r>
          </a:p>
          <a:p>
            <a:pPr marL="274320" indent="-274320">
              <a:lnSpc>
                <a:spcPct val="120000"/>
              </a:lnSpc>
              <a:spcAft>
                <a:spcPts val="1400"/>
              </a:spcAft>
              <a:buChar char="•"/>
            </a:pPr>
            <a:r>
              <a:rPr sz="1800">
                <a:solidFill>
                  <a:srgbClr val="434343"/>
                </a:solidFill>
                <a:latin typeface="Muli"/>
              </a:rPr>
              <a:t>Floating ADC pins read 142 mV; it looks like data</a:t>
            </a:r>
          </a:p>
          <a:p>
            <a:pPr marL="274320" indent="-274320">
              <a:lnSpc>
                <a:spcPct val="120000"/>
              </a:lnSpc>
              <a:spcAft>
                <a:spcPts val="1400"/>
              </a:spcAft>
              <a:buChar char="•"/>
            </a:pPr>
            <a:r>
              <a:rPr sz="1800">
                <a:solidFill>
                  <a:srgbClr val="434343"/>
                </a:solidFill>
                <a:latin typeface="Muli"/>
              </a:rPr>
              <a:t>A write-only display can hide a broken bus</a:t>
            </a:r>
          </a:p>
          <a:p>
            <a:pPr marL="274320" indent="-274320">
              <a:lnSpc>
                <a:spcPct val="120000"/>
              </a:lnSpc>
              <a:buChar char="•"/>
            </a:pPr>
            <a:r>
              <a:rPr sz="1800">
                <a:solidFill>
                  <a:srgbClr val="434343"/>
                </a:solidFill>
                <a:latin typeface="Muli"/>
              </a:rPr>
              <a:t>Judge the bus by a device you read from</a:t>
            </a:r>
          </a:p>
        </p:txBody>
      </p:sp>
      <p:pic>
        <p:nvPicPr>
          <p:cNvPr id="271" name="Picture 270" descr="V-s10-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Most interface faults come down to a handful of causes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7" name="Google Shape;137;p28"/>
          <p:cNvSpPr txBox="1"/>
          <p:nvPr>
            <p:ph type="title"/>
          </p:nvPr>
        </p:nvSpPr>
        <p:spPr>
          <a:xfrm>
            <a:off x="1143000" y="1746504"/>
            <a:ext cx="6858000" cy="164592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Hardware and Electrical Architecture</a:t>
            </a: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One box per part, one bus drawn shared</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One box per physical part or module</a:t>
            </a:r>
          </a:p>
          <a:p>
            <a:pPr marL="274320" indent="-274320">
              <a:lnSpc>
                <a:spcPct val="120000"/>
              </a:lnSpc>
              <a:spcAft>
                <a:spcPts val="1400"/>
              </a:spcAft>
              <a:buChar char="•"/>
            </a:pPr>
            <a:r>
              <a:rPr sz="1800">
                <a:solidFill>
                  <a:srgbClr val="434343"/>
                </a:solidFill>
                <a:latin typeface="Muli"/>
              </a:rPr>
              <a:t>Every connection recorded, including power and ground</a:t>
            </a:r>
          </a:p>
          <a:p>
            <a:pPr marL="274320" indent="-274320">
              <a:lnSpc>
                <a:spcPct val="120000"/>
              </a:lnSpc>
              <a:spcAft>
                <a:spcPts val="1400"/>
              </a:spcAft>
              <a:buChar char="•"/>
            </a:pPr>
            <a:r>
              <a:rPr sz="1800">
                <a:solidFill>
                  <a:srgbClr val="434343"/>
                </a:solidFill>
                <a:latin typeface="Muli"/>
              </a:rPr>
              <a:t>Each line labelled: I²C, INT, 3V3, analog</a:t>
            </a:r>
          </a:p>
          <a:p>
            <a:pPr marL="274320" indent="-274320">
              <a:lnSpc>
                <a:spcPct val="120000"/>
              </a:lnSpc>
              <a:buChar char="•"/>
            </a:pPr>
            <a:r>
              <a:rPr sz="1800">
                <a:solidFill>
                  <a:srgbClr val="434343"/>
                </a:solidFill>
                <a:latin typeface="Muli"/>
              </a:rPr>
              <a:t>Three devices on one bus: one bus, three taps</a:t>
            </a:r>
          </a:p>
        </p:txBody>
      </p:sp>
      <p:pic>
        <p:nvPicPr>
          <p:cNvPr id="271" name="Picture 270" descr="V-s12-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esp_watch's hardware block diagram (ground lines not drawn)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Every connection gets a table row</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Columns: signal, from → to, type, voltage, direction, data rate, notes</a:t>
            </a:r>
          </a:p>
          <a:p>
            <a:pPr marL="274320" indent="-274320">
              <a:lnSpc>
                <a:spcPct val="120000"/>
              </a:lnSpc>
              <a:spcAft>
                <a:spcPts val="1400"/>
              </a:spcAft>
              <a:buChar char="•"/>
            </a:pPr>
            <a:r>
              <a:rPr sz="1800">
                <a:solidFill>
                  <a:srgbClr val="434343"/>
                </a:solidFill>
                <a:latin typeface="Muli"/>
              </a:rPr>
              <a:t>The voltage column catches 5 V meeting a 3.3 V pin</a:t>
            </a:r>
          </a:p>
          <a:p>
            <a:pPr marL="274320" indent="-274320">
              <a:lnSpc>
                <a:spcPct val="120000"/>
              </a:lnSpc>
              <a:spcAft>
                <a:spcPts val="1400"/>
              </a:spcAft>
              <a:buChar char="•"/>
            </a:pPr>
            <a:r>
              <a:rPr sz="1800">
                <a:solidFill>
                  <a:srgbClr val="434343"/>
                </a:solidFill>
                <a:latin typeface="Muli"/>
              </a:rPr>
              <a:t>Record the voltage of a module's I²C lines</a:t>
            </a:r>
          </a:p>
          <a:p>
            <a:pPr marL="274320" indent="-274320">
              <a:lnSpc>
                <a:spcPct val="120000"/>
              </a:lnSpc>
              <a:buChar char="•"/>
            </a:pPr>
            <a:r>
              <a:rPr sz="1800">
                <a:solidFill>
                  <a:srgbClr val="434343"/>
                </a:solidFill>
                <a:latin typeface="Muli"/>
              </a:rPr>
              <a:t>Write "AD0 tied to GND", not just "0x68"</a:t>
            </a:r>
          </a:p>
        </p:txBody>
      </p:sp>
      <p:pic>
        <p:nvPicPr>
          <p:cNvPr id="271" name="Picture 270" descr="V-s13-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Part of esp_watch's interface table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A constant redraw eats 75% of the bus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Full screen: 1,024 bytes × 9 clocks = 9,216 clocks</a:t>
            </a:r>
          </a:p>
          <a:p>
            <a:pPr marL="274320" indent="-274320">
              <a:lnSpc>
                <a:spcPct val="120000"/>
              </a:lnSpc>
              <a:spcAft>
                <a:spcPts val="1400"/>
              </a:spcAft>
              <a:buChar char="•"/>
            </a:pPr>
            <a:r>
              <a:rPr sz="1800">
                <a:solidFill>
                  <a:srgbClr val="434343"/>
                </a:solidFill>
                <a:latin typeface="Muli"/>
              </a:rPr>
              <a:t>400 kHz: 23 ms predicted, about 25 ms measured</a:t>
            </a:r>
          </a:p>
          <a:p>
            <a:pPr marL="274320" indent="-274320">
              <a:lnSpc>
                <a:spcPct val="120000"/>
              </a:lnSpc>
              <a:spcAft>
                <a:spcPts val="1400"/>
              </a:spcAft>
              <a:buChar char="•"/>
            </a:pPr>
            <a:r>
              <a:rPr sz="1800">
                <a:solidFill>
                  <a:srgbClr val="434343"/>
                </a:solidFill>
                <a:latin typeface="Muli"/>
              </a:rPr>
              <a:t>The two sensors need about 2% of the bus</a:t>
            </a:r>
          </a:p>
          <a:p>
            <a:pPr marL="274320" indent="-274320">
              <a:lnSpc>
                <a:spcPct val="120000"/>
              </a:lnSpc>
              <a:buChar char="•"/>
            </a:pPr>
            <a:r>
              <a:rPr sz="1800">
                <a:solidFill>
                  <a:srgbClr val="434343"/>
                </a:solidFill>
                <a:latin typeface="Muli"/>
              </a:rPr>
              <a:t>Redraw the display only when something on it changes</a:t>
            </a:r>
          </a:p>
        </p:txBody>
      </p:sp>
      <p:pic>
        <p:nvPicPr>
          <p:cNvPr id="271" name="Picture 270" descr="V-s14-1.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Display redrawn 30 times a second, at 400 kHz</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Choose a module for a first product</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Choose a class first: flash, RAM, pins, radio</a:t>
            </a:r>
          </a:p>
          <a:p>
            <a:pPr marL="274320" indent="-274320">
              <a:lnSpc>
                <a:spcPct val="120000"/>
              </a:lnSpc>
              <a:spcAft>
                <a:spcPts val="1400"/>
              </a:spcAft>
              <a:buChar char="•"/>
            </a:pPr>
            <a:r>
              <a:rPr sz="1800">
                <a:solidFill>
                  <a:srgbClr val="434343"/>
                </a:solidFill>
                <a:latin typeface="Muli"/>
              </a:rPr>
              <a:t>Count pins from the interface table, plus 20%</a:t>
            </a:r>
          </a:p>
          <a:p>
            <a:pPr marL="274320" indent="-274320">
              <a:lnSpc>
                <a:spcPct val="120000"/>
              </a:lnSpc>
              <a:spcAft>
                <a:spcPts val="1400"/>
              </a:spcAft>
              <a:buChar char="•"/>
            </a:pPr>
            <a:r>
              <a:rPr sz="1800">
                <a:solidFill>
                  <a:srgbClr val="434343"/>
                </a:solidFill>
                <a:latin typeface="Muli"/>
              </a:rPr>
              <a:t>Radio products need approval before sale in India</a:t>
            </a:r>
          </a:p>
          <a:p>
            <a:pPr marL="274320" indent="-274320">
              <a:lnSpc>
                <a:spcPct val="120000"/>
              </a:lnSpc>
              <a:buChar char="•"/>
            </a:pPr>
            <a:r>
              <a:rPr sz="1800">
                <a:solidFill>
                  <a:srgbClr val="434343"/>
                </a:solidFill>
                <a:latin typeface="Muli"/>
              </a:rPr>
              <a:t>A pre-certified module saves most of that work</a:t>
            </a:r>
          </a:p>
        </p:txBody>
      </p:sp>
      <p:pic>
        <p:nvPicPr>
          <p:cNvPr id="271" name="Picture 270" descr="V-s15-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A module has the crystal, flash and antenna already inside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Draw the power tree first</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Every source, conversion and switch, to every load</a:t>
            </a:r>
          </a:p>
          <a:p>
            <a:pPr marL="274320" indent="-274320">
              <a:lnSpc>
                <a:spcPct val="120000"/>
              </a:lnSpc>
              <a:spcAft>
                <a:spcPts val="1400"/>
              </a:spcAft>
              <a:buChar char="•"/>
            </a:pPr>
            <a:r>
              <a:rPr sz="1800">
                <a:solidFill>
                  <a:srgbClr val="434343"/>
                </a:solidFill>
                <a:latin typeface="Muli"/>
              </a:rPr>
              <a:t>Switch off, USB in: the watch runs but cannot charge</a:t>
            </a:r>
          </a:p>
          <a:p>
            <a:pPr marL="274320" indent="-274320">
              <a:lnSpc>
                <a:spcPct val="120000"/>
              </a:lnSpc>
              <a:spcAft>
                <a:spcPts val="1400"/>
              </a:spcAft>
              <a:buChar char="•"/>
            </a:pPr>
            <a:r>
              <a:rPr sz="1800">
                <a:solidFill>
                  <a:srgbClr val="434343"/>
                </a:solidFill>
                <a:latin typeface="Muli"/>
              </a:rPr>
              <a:t>No battery divider: no battery level, no warning</a:t>
            </a:r>
          </a:p>
          <a:p>
            <a:pPr marL="274320" indent="-274320">
              <a:lnSpc>
                <a:spcPct val="120000"/>
              </a:lnSpc>
              <a:buChar char="•"/>
            </a:pPr>
            <a:r>
              <a:rPr sz="1800">
                <a:solidFill>
                  <a:srgbClr val="434343"/>
                </a:solidFill>
                <a:latin typeface="Muli"/>
              </a:rPr>
              <a:t>Most modules carry decoupling; check, don't add by habit</a:t>
            </a:r>
          </a:p>
        </p:txBody>
      </p:sp>
      <p:pic>
        <p:nvPicPr>
          <p:cNvPr id="271" name="Picture 270" descr="V-s16-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esp_watch's power tree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Firmware decides hours or days</a:t>
            </a:r>
            <a:endParaRPr b="1" sz="2500">
              <a:solidFill>
                <a:srgbClr val="006DAF"/>
              </a:solidFill>
              <a:latin typeface="Montserrat"/>
              <a:ea typeface="Montserrat"/>
              <a:cs typeface="Montserrat"/>
              <a:sym typeface="Montserrat"/>
            </a:endParaRPr>
          </a:p>
        </p:txBody>
      </p:sp>
      <p:pic>
        <p:nvPicPr>
          <p:cNvPr id="270" name="Picture 269" descr="V-s17-1.png"/>
          <p:cNvPicPr>
            <a:picLocks noChangeAspect="1"/>
          </p:cNvPicPr>
          <p:nvPr/>
        </p:nvPicPr>
        <p:blipFill>
          <a:blip r:embed="rId3"/>
          <a:stretch>
            <a:fillRect/>
          </a:stretch>
        </p:blipFill>
        <p:spPr>
          <a:xfrm>
            <a:off x="653142" y="1143000"/>
            <a:ext cx="7837714" cy="3429000"/>
          </a:xfrm>
          <a:prstGeom prst="rect">
            <a:avLst/>
          </a:prstGeom>
        </p:spPr>
      </p:pic>
      <p:sp>
        <p:nvSpPr>
          <p:cNvPr id="271" name="TextBox 270"/>
          <p:cNvSpPr txBox="1"/>
          <p:nvPr/>
        </p:nvSpPr>
        <p:spPr>
          <a:xfrm>
            <a:off x="914400" y="4590288"/>
            <a:ext cx="7315200" cy="320040"/>
          </a:xfrm>
          <a:prstGeom prst="rect">
            <a:avLst/>
          </a:prstGeom>
          <a:noFill/>
        </p:spPr>
        <p:txBody>
          <a:bodyPr wrap="square">
            <a:noAutofit/>
          </a:bodyPr>
          <a:lstStyle/>
          <a:p>
            <a:pPr algn="ctr"/>
            <a:r>
              <a:rPr sz="1200">
                <a:solidFill>
                  <a:srgbClr val="666666"/>
                </a:solidFill>
              </a:rPr>
              <a:t>Same hardware, modelled figures: only the sensor's on-time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Count pull-ups before adding any</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Too large: edges rise too slowly. Too small: too much sink current</a:t>
            </a:r>
          </a:p>
          <a:p>
            <a:pPr marL="274320" indent="-274320">
              <a:lnSpc>
                <a:spcPct val="120000"/>
              </a:lnSpc>
              <a:spcAft>
                <a:spcPts val="1400"/>
              </a:spcAft>
              <a:buChar char="•"/>
            </a:pPr>
            <a:r>
              <a:rPr sz="1800">
                <a:solidFill>
                  <a:srgbClr val="434343"/>
                </a:solidFill>
                <a:latin typeface="Muli"/>
              </a:rPr>
              <a:t>400 kHz, 50 pF: about 1 kΩ to 7 kΩ is legal</a:t>
            </a:r>
          </a:p>
          <a:p>
            <a:pPr marL="274320" indent="-274320">
              <a:lnSpc>
                <a:spcPct val="120000"/>
              </a:lnSpc>
              <a:spcAft>
                <a:spcPts val="1400"/>
              </a:spcAft>
              <a:buChar char="•"/>
            </a:pPr>
            <a:r>
              <a:rPr sz="1800">
                <a:solidFill>
                  <a:srgbClr val="434343"/>
                </a:solidFill>
                <a:latin typeface="Muli"/>
              </a:rPr>
              <a:t>Three modules' 4.7 kΩ pairs: 1.57 kΩ, 2.1 mA</a:t>
            </a:r>
          </a:p>
          <a:p>
            <a:pPr marL="274320" indent="-274320">
              <a:lnSpc>
                <a:spcPct val="120000"/>
              </a:lnSpc>
              <a:buChar char="•"/>
            </a:pPr>
            <a:r>
              <a:rPr sz="1800">
                <a:solidFill>
                  <a:srgbClr val="434343"/>
                </a:solidFill>
                <a:latin typeface="Muli"/>
              </a:rPr>
              <a:t>Add a carrier pair: 1.18 kΩ, 2.8 mA, near 3 mA</a:t>
            </a:r>
          </a:p>
        </p:txBody>
      </p:sp>
      <p:pic>
        <p:nvPicPr>
          <p:cNvPr id="271" name="Picture 270" descr="V-s18-1.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4.7 kΩ pairs in parallel on a 3.3 V bus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Keep strapping pins high at reset</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Strapping pins D0, D8 and D9 decide how the chip starts</a:t>
            </a:r>
          </a:p>
          <a:p>
            <a:pPr marL="274320" indent="-274320">
              <a:lnSpc>
                <a:spcPct val="120000"/>
              </a:lnSpc>
              <a:spcAft>
                <a:spcPts val="1400"/>
              </a:spcAft>
              <a:buChar char="•"/>
            </a:pPr>
            <a:r>
              <a:rPr sz="1800">
                <a:solidFill>
                  <a:srgbClr val="434343"/>
                </a:solidFill>
                <a:latin typeface="Muli"/>
              </a:rPr>
              <a:t>An interrupt that idles low must stay off them</a:t>
            </a:r>
          </a:p>
          <a:p>
            <a:pPr marL="274320" indent="-274320">
              <a:lnSpc>
                <a:spcPct val="120000"/>
              </a:lnSpc>
              <a:spcAft>
                <a:spcPts val="1400"/>
              </a:spcAft>
              <a:buChar char="•"/>
            </a:pPr>
            <a:r>
              <a:rPr sz="1800">
                <a:solidFill>
                  <a:srgbClr val="434343"/>
                </a:solidFill>
                <a:latin typeface="Muli"/>
              </a:rPr>
              <a:t>Analog inputs go on ADC1 pins, D0 to D2</a:t>
            </a:r>
          </a:p>
          <a:p>
            <a:pPr marL="274320" indent="-274320">
              <a:lnSpc>
                <a:spcPct val="120000"/>
              </a:lnSpc>
              <a:buChar char="•"/>
            </a:pPr>
            <a:r>
              <a:rPr sz="1800">
                <a:solidFill>
                  <a:srgbClr val="434343"/>
                </a:solidFill>
                <a:latin typeface="Muli"/>
              </a:rPr>
              <a:t>esp_watch: D1, D2 and D3 are fully free</a:t>
            </a:r>
          </a:p>
        </p:txBody>
      </p:sp>
      <p:pic>
        <p:nvPicPr>
          <p:cNvPr id="271" name="Picture 270" descr="V-s19-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esp_watch's pin map, strapping pins marked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7" name="Google Shape;137;p28"/>
          <p:cNvSpPr txBox="1"/>
          <p:nvPr>
            <p:ph type="title"/>
          </p:nvPr>
        </p:nvSpPr>
        <p:spPr>
          <a:xfrm>
            <a:off x="1143000" y="1746504"/>
            <a:ext cx="6858000" cy="164592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Parts and Simulation</a:t>
            </a:r>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Module or chip: decide per part</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500">
                <a:solidFill>
                  <a:srgbClr val="434343"/>
                </a:solidFill>
                <a:latin typeface="Muli"/>
              </a:rPr>
              <a:t>Module: faster to design with, hand solderable, often certified</a:t>
            </a:r>
          </a:p>
          <a:p>
            <a:pPr marL="274320" indent="-274320">
              <a:lnSpc>
                <a:spcPct val="120000"/>
              </a:lnSpc>
              <a:spcAft>
                <a:spcPts val="1400"/>
              </a:spcAft>
              <a:buChar char="•"/>
            </a:pPr>
            <a:r>
              <a:rPr sz="1500">
                <a:solidFill>
                  <a:srgbClr val="434343"/>
                </a:solidFill>
                <a:latin typeface="Muli"/>
              </a:rPr>
              <a:t>Chip: cheaper at volume, smaller; you own the circuit</a:t>
            </a:r>
          </a:p>
          <a:p>
            <a:pPr marL="274320" indent="-274320">
              <a:lnSpc>
                <a:spcPct val="120000"/>
              </a:lnSpc>
              <a:spcAft>
                <a:spcPts val="1400"/>
              </a:spcAft>
              <a:buChar char="•"/>
            </a:pPr>
            <a:r>
              <a:rPr sz="1500">
                <a:solidFill>
                  <a:srgbClr val="434343"/>
                </a:solidFill>
                <a:latin typeface="Muli"/>
              </a:rPr>
              <a:t>Ask: does it fit? Can we assemble it? What quantity?</a:t>
            </a:r>
          </a:p>
          <a:p>
            <a:pPr marL="274320" indent="-274320">
              <a:lnSpc>
                <a:spcPct val="120000"/>
              </a:lnSpc>
              <a:buChar char="•"/>
            </a:pPr>
            <a:r>
              <a:rPr sz="1500">
                <a:solidFill>
                  <a:srgbClr val="434343"/>
                </a:solidFill>
                <a:latin typeface="Muli"/>
              </a:rPr>
              <a:t>esp_watch: modules for every active part, so it is thick</a:t>
            </a:r>
          </a:p>
        </p:txBody>
      </p:sp>
      <p:pic>
        <p:nvPicPr>
          <p:cNvPr id="271" name="Picture 270" descr="esp_watch-pcb_front.png"/>
          <p:cNvPicPr>
            <a:picLocks noChangeAspect="1"/>
          </p:cNvPicPr>
          <p:nvPr/>
        </p:nvPicPr>
        <p:blipFill>
          <a:blip r:embed="rId3"/>
          <a:stretch>
            <a:fillRect/>
          </a:stretch>
        </p:blipFill>
        <p:spPr>
          <a:xfrm>
            <a:off x="571849" y="1188720"/>
            <a:ext cx="415982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The display module stands above the other modules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Absolute maximum is a damage limit</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Recommended operating conditions: guaranteed to work as specified</a:t>
            </a:r>
          </a:p>
          <a:p>
            <a:pPr marL="274320" indent="-274320">
              <a:lnSpc>
                <a:spcPct val="120000"/>
              </a:lnSpc>
              <a:spcAft>
                <a:spcPts val="1400"/>
              </a:spcAft>
              <a:buChar char="•"/>
            </a:pPr>
            <a:r>
              <a:rPr sz="1800">
                <a:solidFill>
                  <a:srgbClr val="434343"/>
                </a:solidFill>
                <a:latin typeface="Muli"/>
              </a:rPr>
              <a:t>MAX30102 VDD: 1.7 to 2.0 V; absolute maximum 2.2 V</a:t>
            </a:r>
          </a:p>
          <a:p>
            <a:pPr marL="274320" indent="-274320">
              <a:lnSpc>
                <a:spcPct val="120000"/>
              </a:lnSpc>
              <a:spcAft>
                <a:spcPts val="1400"/>
              </a:spcAft>
              <a:buChar char="•"/>
            </a:pPr>
            <a:r>
              <a:rPr sz="1800">
                <a:solidFill>
                  <a:srgbClr val="434343"/>
                </a:solidFill>
                <a:latin typeface="Muli"/>
              </a:rPr>
              <a:t>A module's listing is not the chip's datasheet</a:t>
            </a:r>
          </a:p>
          <a:p>
            <a:pPr marL="274320" indent="-274320">
              <a:lnSpc>
                <a:spcPct val="120000"/>
              </a:lnSpc>
              <a:buChar char="•"/>
            </a:pPr>
            <a:r>
              <a:rPr sz="1800">
                <a:solidFill>
                  <a:srgbClr val="434343"/>
                </a:solidFill>
                <a:latin typeface="Muli"/>
              </a:rPr>
              <a:t>Find how a module's pull-up voltage is set</a:t>
            </a:r>
          </a:p>
        </p:txBody>
      </p:sp>
      <p:pic>
        <p:nvPicPr>
          <p:cNvPr id="271" name="Picture 270" descr="V-s22-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MAX30102: two supplies, two different ranges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A zero on a critical row disqualifies</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Criteria from your spec, not the product page</a:t>
            </a:r>
          </a:p>
          <a:p>
            <a:pPr marL="274320" indent="-274320">
              <a:lnSpc>
                <a:spcPct val="120000"/>
              </a:lnSpc>
              <a:spcAft>
                <a:spcPts val="1400"/>
              </a:spcAft>
              <a:buChar char="•"/>
            </a:pPr>
            <a:r>
              <a:rPr sz="1800">
                <a:solidFill>
                  <a:srgbClr val="434343"/>
                </a:solidFill>
                <a:latin typeface="Muli"/>
              </a:rPr>
              <a:t>Black wins: it scores on both critical criteria</a:t>
            </a:r>
          </a:p>
          <a:p>
            <a:pPr marL="274320" indent="-274320">
              <a:lnSpc>
                <a:spcPct val="120000"/>
              </a:lnSpc>
              <a:spcAft>
                <a:spcPts val="1400"/>
              </a:spcAft>
              <a:buChar char="•"/>
            </a:pPr>
            <a:r>
              <a:rPr sz="1800">
                <a:solidFill>
                  <a:srgbClr val="434343"/>
                </a:solidFill>
                <a:latin typeface="Muli"/>
              </a:rPr>
              <a:t>Record stock at more than one supplier, dated</a:t>
            </a:r>
          </a:p>
          <a:p>
            <a:pPr marL="274320" indent="-274320">
              <a:lnSpc>
                <a:spcPct val="120000"/>
              </a:lnSpc>
              <a:buChar char="•"/>
            </a:pPr>
            <a:r>
              <a:rPr sz="1800">
                <a:solidFill>
                  <a:srgbClr val="434343"/>
                </a:solidFill>
                <a:latin typeface="Muli"/>
              </a:rPr>
              <a:t>Preliminary BOM: price at 1 and 10, lifecycle, second source</a:t>
            </a:r>
          </a:p>
        </p:txBody>
      </p:sp>
      <p:pic>
        <p:nvPicPr>
          <p:cNvPr id="271" name="Picture 270" descr="V-s23-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Three ways to measure heart rate, weighted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Pull-up size sets the rise time</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Falstad shows voltages and edges; Wokwi runs your firmware</a:t>
            </a:r>
          </a:p>
          <a:p>
            <a:pPr marL="274320" indent="-274320">
              <a:lnSpc>
                <a:spcPct val="120000"/>
              </a:lnSpc>
              <a:spcAft>
                <a:spcPts val="1400"/>
              </a:spcAft>
              <a:buChar char="•"/>
            </a:pPr>
            <a:r>
              <a:rPr sz="1800">
                <a:solidFill>
                  <a:srgbClr val="434343"/>
                </a:solidFill>
                <a:latin typeface="Muli"/>
              </a:rPr>
              <a:t>Rise time from 30% to 70% is 0.8473 × R × C</a:t>
            </a:r>
          </a:p>
          <a:p>
            <a:pPr marL="274320" indent="-274320">
              <a:lnSpc>
                <a:spcPct val="120000"/>
              </a:lnSpc>
              <a:spcAft>
                <a:spcPts val="1400"/>
              </a:spcAft>
              <a:buChar char="•"/>
            </a:pPr>
            <a:r>
              <a:rPr sz="1800">
                <a:solidFill>
                  <a:srgbClr val="434343"/>
                </a:solidFill>
                <a:latin typeface="Muli"/>
              </a:rPr>
              <a:t>Limit: 300 ns at 400 kHz, 1,000 ns at 100 kHz</a:t>
            </a:r>
          </a:p>
          <a:p>
            <a:pPr marL="274320" indent="-274320">
              <a:lnSpc>
                <a:spcPct val="120000"/>
              </a:lnSpc>
              <a:buChar char="•"/>
            </a:pPr>
            <a:r>
              <a:rPr sz="1800">
                <a:solidFill>
                  <a:srgbClr val="434343"/>
                </a:solidFill>
                <a:latin typeface="Muli"/>
              </a:rPr>
              <a:t>10 kΩ may seem to work, with less margin for noise</a:t>
            </a:r>
          </a:p>
        </p:txBody>
      </p:sp>
      <p:pic>
        <p:nvPicPr>
          <p:cNvPr id="271" name="Picture 270" descr="V-s24-1.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Rise time on a 50 pF bus, against the 400 kHz limit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1.82 V sits in the undefined band</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ESP32-C3: HIGH above 0.75 × VDD, LOW below 0.25 × VDD</a:t>
            </a:r>
          </a:p>
          <a:p>
            <a:pPr marL="274320" indent="-274320">
              <a:lnSpc>
                <a:spcPct val="120000"/>
              </a:lnSpc>
              <a:spcAft>
                <a:spcPts val="1400"/>
              </a:spcAft>
              <a:buChar char="•"/>
            </a:pPr>
            <a:r>
              <a:rPr sz="1800">
                <a:solidFill>
                  <a:srgbClr val="434343"/>
                </a:solidFill>
                <a:latin typeface="Muli"/>
              </a:rPr>
              <a:t>The green module held the idle bus at 1.82 V</a:t>
            </a:r>
          </a:p>
          <a:p>
            <a:pPr marL="274320" indent="-274320">
              <a:lnSpc>
                <a:spcPct val="120000"/>
              </a:lnSpc>
              <a:spcAft>
                <a:spcPts val="1400"/>
              </a:spcAft>
              <a:buChar char="•"/>
            </a:pPr>
            <a:r>
              <a:rPr sz="1800">
                <a:solidFill>
                  <a:srgbClr val="434343"/>
                </a:solidFill>
                <a:latin typeface="Muli"/>
              </a:rPr>
              <a:t>80% failures on one device, not a clean "not working"</a:t>
            </a:r>
          </a:p>
          <a:p>
            <a:pPr marL="274320" indent="-274320">
              <a:lnSpc>
                <a:spcPct val="120000"/>
              </a:lnSpc>
              <a:buChar char="•"/>
            </a:pPr>
            <a:r>
              <a:rPr sz="1800">
                <a:solidFill>
                  <a:srgbClr val="434343"/>
                </a:solidFill>
                <a:latin typeface="Muli"/>
              </a:rPr>
              <a:t>Fix: matching module, jumper if present, level shifter</a:t>
            </a:r>
          </a:p>
        </p:txBody>
      </p:sp>
      <p:pic>
        <p:nvPicPr>
          <p:cNvPr id="271" name="Picture 270" descr="V-s25-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esp_watch's bus with the green module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Wait for the divider; watch the dip</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Example values: τ = 500 kΩ × 100 nF = 50 ms</a:t>
            </a:r>
          </a:p>
          <a:p>
            <a:pPr marL="274320" indent="-274320">
              <a:lnSpc>
                <a:spcPct val="120000"/>
              </a:lnSpc>
              <a:spcAft>
                <a:spcPts val="1400"/>
              </a:spcAft>
              <a:buChar char="•"/>
            </a:pPr>
            <a:r>
              <a:rPr sz="1800">
                <a:solidFill>
                  <a:srgbClr val="434343"/>
                </a:solidFill>
                <a:latin typeface="Muli"/>
              </a:rPr>
              <a:t>Settled after about 250 ms; wait before trusting a reading</a:t>
            </a:r>
          </a:p>
          <a:p>
            <a:pPr marL="274320" indent="-274320">
              <a:lnSpc>
                <a:spcPct val="120000"/>
              </a:lnSpc>
              <a:spcAft>
                <a:spcPts val="1400"/>
              </a:spcAft>
              <a:buChar char="•"/>
            </a:pPr>
            <a:r>
              <a:rPr sz="1800">
                <a:solidFill>
                  <a:srgbClr val="434343"/>
                </a:solidFill>
                <a:latin typeface="Muli"/>
              </a:rPr>
              <a:t>A battery's voltage drops when current is drawn</a:t>
            </a:r>
          </a:p>
          <a:p>
            <a:pPr marL="274320" indent="-274320">
              <a:lnSpc>
                <a:spcPct val="120000"/>
              </a:lnSpc>
              <a:buChar char="•"/>
            </a:pPr>
            <a:r>
              <a:rPr sz="1800">
                <a:solidFill>
                  <a:srgbClr val="434343"/>
                </a:solidFill>
                <a:latin typeface="Muli"/>
              </a:rPr>
              <a:t>A radio burst on a low cell can dip the 3.3 V rail</a:t>
            </a:r>
          </a:p>
        </p:txBody>
      </p:sp>
      <p:pic>
        <p:nvPicPr>
          <p:cNvPr id="271" name="Picture 270" descr="V-s26-1.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Example values: 1 MΩ / 1 MΩ divider, 100 nF</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A mock stands in for the missing sensor</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120640" y="1280160"/>
            <a:ext cx="3749039" cy="338328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Wokwi runs real Arduino code on a simulated XIAO ESP32-C3</a:t>
            </a:r>
          </a:p>
          <a:p>
            <a:pPr marL="274320" indent="-274320">
              <a:lnSpc>
                <a:spcPct val="120000"/>
              </a:lnSpc>
              <a:spcAft>
                <a:spcPts val="1400"/>
              </a:spcAft>
              <a:buChar char="•"/>
            </a:pPr>
            <a:r>
              <a:rPr sz="1800">
                <a:solidFill>
                  <a:srgbClr val="434343"/>
                </a:solidFill>
                <a:latin typeface="Muli"/>
              </a:rPr>
              <a:t>Wokwi has no MAX30102</a:t>
            </a:r>
          </a:p>
          <a:p>
            <a:pPr marL="274320" indent="-274320">
              <a:lnSpc>
                <a:spcPct val="120000"/>
              </a:lnSpc>
              <a:spcAft>
                <a:spcPts val="1400"/>
              </a:spcAft>
              <a:buChar char="•"/>
            </a:pPr>
            <a:r>
              <a:rPr sz="1800">
                <a:solidFill>
                  <a:srgbClr val="434343"/>
                </a:solidFill>
                <a:latin typeface="Muli"/>
              </a:rPr>
              <a:t>A mock class returns made-up but realistic values</a:t>
            </a:r>
          </a:p>
          <a:p>
            <a:pPr marL="274320" indent="-274320">
              <a:lnSpc>
                <a:spcPct val="120000"/>
              </a:lnSpc>
              <a:buChar char="•"/>
            </a:pPr>
            <a:r>
              <a:rPr sz="1800">
                <a:solidFill>
                  <a:srgbClr val="434343"/>
                </a:solidFill>
                <a:latin typeface="Muli"/>
              </a:rPr>
              <a:t>The real class replaces the mock; nothing else changes</a:t>
            </a:r>
          </a:p>
        </p:txBody>
      </p:sp>
      <p:pic>
        <p:nvPicPr>
          <p:cNvPr id="271" name="Picture 270" descr="V-s27-1_s.png"/>
          <p:cNvPicPr>
            <a:picLocks noChangeAspect="1"/>
          </p:cNvPicPr>
          <p:nvPr/>
        </p:nvPicPr>
        <p:blipFill>
          <a:blip r:embed="rId3"/>
          <a:stretch>
            <a:fillRect/>
          </a:stretch>
        </p:blipFill>
        <p:spPr>
          <a:xfrm>
            <a:off x="579120" y="1188720"/>
            <a:ext cx="4145280" cy="3108960"/>
          </a:xfrm>
          <a:prstGeom prst="rect">
            <a:avLst/>
          </a:prstGeom>
        </p:spPr>
      </p:pic>
      <p:sp>
        <p:nvSpPr>
          <p:cNvPr id="272" name="TextBox 271"/>
          <p:cNvSpPr txBox="1"/>
          <p:nvPr/>
        </p:nvSpPr>
        <p:spPr>
          <a:xfrm>
            <a:off x="365760" y="4343400"/>
            <a:ext cx="4572000" cy="365760"/>
          </a:xfrm>
          <a:prstGeom prst="rect">
            <a:avLst/>
          </a:prstGeom>
          <a:noFill/>
        </p:spPr>
        <p:txBody>
          <a:bodyPr wrap="square">
            <a:noAutofit/>
          </a:bodyPr>
          <a:lstStyle/>
          <a:p>
            <a:pPr algn="ctr"/>
            <a:r>
              <a:rPr sz="1200">
                <a:solidFill>
                  <a:srgbClr val="666666"/>
                </a:solidFill>
              </a:rPr>
              <a:t>Same two functions, so the program cannot tell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Read a trace from START to STOP</a:t>
            </a:r>
            <a:endParaRPr b="1" sz="2500">
              <a:solidFill>
                <a:srgbClr val="006DAF"/>
              </a:solidFill>
              <a:latin typeface="Montserrat"/>
              <a:ea typeface="Montserrat"/>
              <a:cs typeface="Montserrat"/>
              <a:sym typeface="Montserrat"/>
            </a:endParaRPr>
          </a:p>
        </p:txBody>
      </p:sp>
      <p:pic>
        <p:nvPicPr>
          <p:cNvPr id="270" name="Picture 269" descr="V-s28-1_s.png"/>
          <p:cNvPicPr>
            <a:picLocks noChangeAspect="1"/>
          </p:cNvPicPr>
          <p:nvPr/>
        </p:nvPicPr>
        <p:blipFill>
          <a:blip r:embed="rId3"/>
          <a:stretch>
            <a:fillRect/>
          </a:stretch>
        </p:blipFill>
        <p:spPr>
          <a:xfrm>
            <a:off x="761999" y="1143000"/>
            <a:ext cx="7620000" cy="3429000"/>
          </a:xfrm>
          <a:prstGeom prst="rect">
            <a:avLst/>
          </a:prstGeom>
        </p:spPr>
      </p:pic>
      <p:sp>
        <p:nvSpPr>
          <p:cNvPr id="271" name="TextBox 270"/>
          <p:cNvSpPr txBox="1"/>
          <p:nvPr/>
        </p:nvSpPr>
        <p:spPr>
          <a:xfrm>
            <a:off x="914400" y="4590288"/>
            <a:ext cx="7315200" cy="320040"/>
          </a:xfrm>
          <a:prstGeom prst="rect">
            <a:avLst/>
          </a:prstGeom>
          <a:noFill/>
        </p:spPr>
        <p:txBody>
          <a:bodyPr wrap="square">
            <a:noAutofit/>
          </a:bodyPr>
          <a:lstStyle/>
          <a:p>
            <a:pPr algn="ctr"/>
            <a:r>
              <a:rPr sz="1200">
                <a:solidFill>
                  <a:srgbClr val="666666"/>
                </a:solidFill>
              </a:rPr>
              <a:t>17 bytes × 9 clocks ≈ 0.4 ms at 400 kHz</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Write down what you did not simulate</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914400" y="1554480"/>
            <a:ext cx="7315200" cy="2377440"/>
          </a:xfrm>
          <a:prstGeom prst="rect">
            <a:avLst/>
          </a:prstGeom>
          <a:noFill/>
        </p:spPr>
        <p:txBody>
          <a:bodyPr wrap="square" anchor="ctr">
            <a:noAutofit/>
          </a:bodyPr>
          <a:lstStyle/>
          <a:p>
            <a:pPr algn="ctr">
              <a:buNone/>
            </a:pPr>
            <a:r>
              <a:rPr sz="2800" b="1">
                <a:solidFill>
                  <a:srgbClr val="006DAF"/>
                </a:solidFill>
                <a:latin typeface="Montserrat"/>
              </a:rPr>
              <a:t>"Passed in Wokwi" means the logic is right, not that the voltages are.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8" name="Google Shape;268;p44"/>
          <p:cNvSpPr txBox="1"/>
          <p:nvPr>
            <p:ph idx="1" type="subTitle"/>
          </p:nvPr>
        </p:nvSpPr>
        <p:spPr>
          <a:xfrm>
            <a:off x="181200" y="254461"/>
            <a:ext cx="5641500" cy="4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434343"/>
                </a:solidFill>
                <a:latin typeface="Muli"/>
                <a:ea typeface="Muli"/>
                <a:cs typeface="Muli"/>
                <a:sym typeface="Muli"/>
              </a:rPr>
              <a:t>Sensing &amp; Hardware Architecture</a:t>
            </a:r>
            <a:endParaRPr b="1" sz="1500">
              <a:solidFill>
                <a:srgbClr val="434343"/>
              </a:solidFill>
              <a:latin typeface="Muli"/>
              <a:ea typeface="Muli"/>
              <a:cs typeface="Muli"/>
              <a:sym typeface="Muli"/>
            </a:endParaRPr>
          </a:p>
        </p:txBody>
      </p:sp>
      <p:sp>
        <p:nvSpPr>
          <p:cNvPr id="269" name="Google Shape;269;p44"/>
          <p:cNvSpPr txBox="1"/>
          <p:nvPr/>
        </p:nvSpPr>
        <p:spPr>
          <a:xfrm>
            <a:off x="148800" y="598500"/>
            <a:ext cx="79383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2500">
                <a:solidFill>
                  <a:srgbClr val="006DAF"/>
                </a:solidFill>
                <a:latin typeface="Montserrat"/>
                <a:ea typeface="Montserrat"/>
                <a:cs typeface="Montserrat"/>
                <a:sym typeface="Montserrat"/>
              </a:rPr>
              <a:t>Recap</a:t>
            </a:r>
            <a:endParaRPr b="1" sz="2500">
              <a:solidFill>
                <a:srgbClr val="006DAF"/>
              </a:solidFill>
              <a:latin typeface="Montserrat"/>
              <a:ea typeface="Montserrat"/>
              <a:cs typeface="Montserrat"/>
              <a:sym typeface="Montserrat"/>
            </a:endParaRPr>
          </a:p>
        </p:txBody>
      </p:sp>
      <p:sp>
        <p:nvSpPr>
          <p:cNvPr id="270" name="TextBox 269"/>
          <p:cNvSpPr txBox="1"/>
          <p:nvPr/>
        </p:nvSpPr>
        <p:spPr>
          <a:xfrm>
            <a:off x="548640" y="1325880"/>
            <a:ext cx="8046720" cy="3291840"/>
          </a:xfrm>
          <a:prstGeom prst="rect">
            <a:avLst/>
          </a:prstGeom>
          <a:noFill/>
        </p:spPr>
        <p:txBody>
          <a:bodyPr wrap="square">
            <a:noAutofit/>
          </a:bodyPr>
          <a:lstStyle/>
          <a:p>
            <a:pPr marL="274320" indent="-274320">
              <a:lnSpc>
                <a:spcPct val="120000"/>
              </a:lnSpc>
              <a:spcAft>
                <a:spcPts val="1400"/>
              </a:spcAft>
              <a:buChar char="•"/>
            </a:pPr>
            <a:r>
              <a:rPr sz="1800">
                <a:solidFill>
                  <a:srgbClr val="434343"/>
                </a:solidFill>
                <a:latin typeface="Muli"/>
              </a:rPr>
              <a:t>B0–B1 · Choose the measurand first, then the interface, with reasons</a:t>
            </a:r>
          </a:p>
          <a:p>
            <a:pPr marL="274320" indent="-274320">
              <a:lnSpc>
                <a:spcPct val="120000"/>
              </a:lnSpc>
              <a:spcAft>
                <a:spcPts val="1400"/>
              </a:spcAft>
              <a:buChar char="•"/>
            </a:pPr>
            <a:r>
              <a:rPr sz="1800">
                <a:solidFill>
                  <a:srgbClr val="434343"/>
                </a:solidFill>
                <a:latin typeface="Muli"/>
              </a:rPr>
              <a:t>B2–B3 · Draw every wire; budget power, pull-ups and pins</a:t>
            </a:r>
          </a:p>
          <a:p>
            <a:pPr marL="274320" indent="-274320">
              <a:lnSpc>
                <a:spcPct val="120000"/>
              </a:lnSpc>
              <a:buChar char="•"/>
            </a:pPr>
            <a:r>
              <a:rPr sz="1800">
                <a:solidFill>
                  <a:srgbClr val="434343"/>
                </a:solidFill>
                <a:latin typeface="Muli"/>
              </a:rPr>
              <a:t>B4–B5 · Choose parts by their limits; simulate, then list the gaps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 content master">
  <a:themeElements>
    <a:clrScheme name="Simple Light">
      <a:dk1>
        <a:srgbClr val="000000"/>
      </a:dk1>
      <a:lt1>
        <a:srgbClr val="FFFFFF"/>
      </a:lt1>
      <a:dk2>
        <a:srgbClr val="595959"/>
      </a:dk2>
      <a:lt2>
        <a:srgbClr val="EEEEEE"/>
      </a:lt2>
      <a:accent1>
        <a:srgbClr val="3EB5E4"/>
      </a:accent1>
      <a:accent2>
        <a:srgbClr val="006DAF"/>
      </a:accent2>
      <a:accent3>
        <a:srgbClr val="26A0DD"/>
      </a:accent3>
      <a:accent4>
        <a:srgbClr val="006DAF"/>
      </a:accent4>
      <a:accent5>
        <a:srgbClr val="4FC3F7"/>
      </a:accent5>
      <a:accent6>
        <a:srgbClr val="F4B400"/>
      </a:accent6>
      <a:hlink>
        <a:srgbClr val="0858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